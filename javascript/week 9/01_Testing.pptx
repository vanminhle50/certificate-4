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6" r:id="rId4"/>
    <p:sldId id="287" r:id="rId5"/>
    <p:sldId id="261" r:id="rId6"/>
    <p:sldId id="288" r:id="rId7"/>
    <p:sldId id="289" r:id="rId8"/>
    <p:sldId id="294" r:id="rId9"/>
    <p:sldId id="290" r:id="rId10"/>
    <p:sldId id="291" r:id="rId11"/>
    <p:sldId id="292" r:id="rId12"/>
    <p:sldId id="293" r:id="rId13"/>
    <p:sldId id="295" r:id="rId14"/>
    <p:sldId id="296" r:id="rId15"/>
    <p:sldId id="297" r:id="rId16"/>
    <p:sldId id="298" r:id="rId17"/>
    <p:sldId id="299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45716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91433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1371494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182866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228582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2742989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320015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365732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3D1"/>
          </a:solidFill>
        </a:fill>
      </a:tcStyle>
    </a:wholeTbl>
    <a:band2H>
      <a:tcTxStyle/>
      <a:tcStyle>
        <a:tcBdr/>
        <a:fill>
          <a:solidFill>
            <a:srgbClr val="FFF9EA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5CA"/>
          </a:solidFill>
        </a:fill>
      </a:tcStyle>
    </a:wholeTbl>
    <a:band2H>
      <a:tcTxStyle/>
      <a:tcStyle>
        <a:tcBdr/>
        <a:fill>
          <a:solidFill>
            <a:srgbClr val="FDEBE6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7DCCA"/>
          </a:solidFill>
        </a:fill>
      </a:tcStyle>
    </a:wholeTbl>
    <a:band2H>
      <a:tcTxStyle/>
      <a:tcStyle>
        <a:tcBdr/>
        <a:fill>
          <a:solidFill>
            <a:srgbClr val="ECEEE6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Open Sans Bold"/>
          <a:ea typeface="Open Sans Bold"/>
          <a:cs typeface="Open Sans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81" d="100"/>
          <a:sy n="81" d="100"/>
        </p:scale>
        <p:origin x="48" y="6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F48A55-EB60-48C1-983C-5723D7A93006}" type="doc">
      <dgm:prSet loTypeId="urn:microsoft.com/office/officeart/2005/8/layout/cycle3" loCatId="cycle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EC6846B-3219-4FAC-909D-B9B3F65D0A62}">
      <dgm:prSet/>
      <dgm:spPr/>
      <dgm:t>
        <a:bodyPr/>
        <a:lstStyle/>
        <a:p>
          <a:r>
            <a:rPr lang="en-AU" dirty="0"/>
            <a:t>Beta testing</a:t>
          </a:r>
          <a:endParaRPr lang="en-US" dirty="0"/>
        </a:p>
      </dgm:t>
    </dgm:pt>
    <dgm:pt modelId="{A7750E04-DBFF-42A2-B80D-E9534E613D39}" type="parTrans" cxnId="{63FF722F-5CA0-4B27-ADA3-12E0A501B264}">
      <dgm:prSet/>
      <dgm:spPr/>
      <dgm:t>
        <a:bodyPr/>
        <a:lstStyle/>
        <a:p>
          <a:endParaRPr lang="en-US"/>
        </a:p>
      </dgm:t>
    </dgm:pt>
    <dgm:pt modelId="{0AF6A436-669B-4E22-AFCB-EAA1F36C1D7A}" type="sibTrans" cxnId="{63FF722F-5CA0-4B27-ADA3-12E0A501B264}">
      <dgm:prSet/>
      <dgm:spPr/>
      <dgm:t>
        <a:bodyPr/>
        <a:lstStyle/>
        <a:p>
          <a:endParaRPr lang="en-US"/>
        </a:p>
      </dgm:t>
    </dgm:pt>
    <dgm:pt modelId="{A034CA0D-3389-441B-B825-4EA5BFF134D8}">
      <dgm:prSet/>
      <dgm:spPr/>
      <dgm:t>
        <a:bodyPr/>
        <a:lstStyle/>
        <a:p>
          <a:r>
            <a:rPr lang="en-AU"/>
            <a:t>Mobile-friendly testing</a:t>
          </a:r>
          <a:endParaRPr lang="en-US"/>
        </a:p>
      </dgm:t>
    </dgm:pt>
    <dgm:pt modelId="{3592FB1B-E317-4528-9008-8DF7349123B9}" type="parTrans" cxnId="{45A80EBC-791B-476D-892D-C8946F9F12C4}">
      <dgm:prSet/>
      <dgm:spPr/>
      <dgm:t>
        <a:bodyPr/>
        <a:lstStyle/>
        <a:p>
          <a:endParaRPr lang="en-US"/>
        </a:p>
      </dgm:t>
    </dgm:pt>
    <dgm:pt modelId="{AC3863FE-5647-405B-8031-60C31BFC1255}" type="sibTrans" cxnId="{45A80EBC-791B-476D-892D-C8946F9F12C4}">
      <dgm:prSet/>
      <dgm:spPr/>
      <dgm:t>
        <a:bodyPr/>
        <a:lstStyle/>
        <a:p>
          <a:endParaRPr lang="en-US"/>
        </a:p>
      </dgm:t>
    </dgm:pt>
    <dgm:pt modelId="{F3EF8C72-2137-4F44-BAA9-B842D421E428}">
      <dgm:prSet/>
      <dgm:spPr/>
      <dgm:t>
        <a:bodyPr/>
        <a:lstStyle/>
        <a:p>
          <a:r>
            <a:rPr lang="en-AU" dirty="0"/>
            <a:t>Change related testing</a:t>
          </a:r>
          <a:endParaRPr lang="en-US" dirty="0"/>
        </a:p>
      </dgm:t>
    </dgm:pt>
    <dgm:pt modelId="{1C40EA4B-A24E-4B94-8B08-9F80F22D9FE1}" type="parTrans" cxnId="{F4A5DAB4-F9CC-4604-BAE0-003027509CEA}">
      <dgm:prSet/>
      <dgm:spPr/>
      <dgm:t>
        <a:bodyPr/>
        <a:lstStyle/>
        <a:p>
          <a:endParaRPr lang="en-US"/>
        </a:p>
      </dgm:t>
    </dgm:pt>
    <dgm:pt modelId="{93DCCA27-E8AF-45FD-B1A0-55824D73F45D}" type="sibTrans" cxnId="{F4A5DAB4-F9CC-4604-BAE0-003027509CEA}">
      <dgm:prSet/>
      <dgm:spPr/>
      <dgm:t>
        <a:bodyPr/>
        <a:lstStyle/>
        <a:p>
          <a:endParaRPr lang="en-US"/>
        </a:p>
      </dgm:t>
    </dgm:pt>
    <dgm:pt modelId="{D0D9B6CF-965A-4C90-BF3F-760C9D34EE4F}">
      <dgm:prSet/>
      <dgm:spPr/>
      <dgm:t>
        <a:bodyPr/>
        <a:lstStyle/>
        <a:p>
          <a:r>
            <a:rPr lang="en-AU"/>
            <a:t>Security testing</a:t>
          </a:r>
          <a:endParaRPr lang="en-US"/>
        </a:p>
      </dgm:t>
    </dgm:pt>
    <dgm:pt modelId="{638F9F78-12B8-499B-A1D2-ED6C29A2DCD0}" type="parTrans" cxnId="{5FEDDD97-28DC-494B-9C18-E08E4F7A8C15}">
      <dgm:prSet/>
      <dgm:spPr/>
      <dgm:t>
        <a:bodyPr/>
        <a:lstStyle/>
        <a:p>
          <a:endParaRPr lang="en-US"/>
        </a:p>
      </dgm:t>
    </dgm:pt>
    <dgm:pt modelId="{248C88F8-B087-471C-90F7-CEB2927A7FF8}" type="sibTrans" cxnId="{5FEDDD97-28DC-494B-9C18-E08E4F7A8C15}">
      <dgm:prSet/>
      <dgm:spPr/>
      <dgm:t>
        <a:bodyPr/>
        <a:lstStyle/>
        <a:p>
          <a:endParaRPr lang="en-US"/>
        </a:p>
      </dgm:t>
    </dgm:pt>
    <dgm:pt modelId="{B7CCA148-8107-429C-91E3-5C9D5C5C5F29}">
      <dgm:prSet/>
      <dgm:spPr/>
      <dgm:t>
        <a:bodyPr/>
        <a:lstStyle/>
        <a:p>
          <a:r>
            <a:rPr lang="en-AU" dirty="0"/>
            <a:t>Performance testing</a:t>
          </a:r>
          <a:endParaRPr lang="en-US" dirty="0"/>
        </a:p>
      </dgm:t>
    </dgm:pt>
    <dgm:pt modelId="{EDA5C7F1-5C65-4586-A0A3-833DB489CB6C}" type="parTrans" cxnId="{56AA5464-932E-4D5E-8216-397E041C774D}">
      <dgm:prSet/>
      <dgm:spPr/>
      <dgm:t>
        <a:bodyPr/>
        <a:lstStyle/>
        <a:p>
          <a:endParaRPr lang="en-US"/>
        </a:p>
      </dgm:t>
    </dgm:pt>
    <dgm:pt modelId="{D8FC12A4-E0F6-48CC-AC17-A9775BEAECFF}" type="sibTrans" cxnId="{56AA5464-932E-4D5E-8216-397E041C774D}">
      <dgm:prSet/>
      <dgm:spPr/>
      <dgm:t>
        <a:bodyPr/>
        <a:lstStyle/>
        <a:p>
          <a:endParaRPr lang="en-US"/>
        </a:p>
      </dgm:t>
    </dgm:pt>
    <dgm:pt modelId="{FCE7E2B3-B63B-4851-BCC2-4B6EAE358F05}">
      <dgm:prSet/>
      <dgm:spPr/>
      <dgm:t>
        <a:bodyPr/>
        <a:lstStyle/>
        <a:p>
          <a:r>
            <a:rPr lang="en-AU"/>
            <a:t>Documentation testing</a:t>
          </a:r>
          <a:endParaRPr lang="en-US"/>
        </a:p>
      </dgm:t>
    </dgm:pt>
    <dgm:pt modelId="{E7F29BD4-46E5-42DB-9878-F19BFA0D8CFF}" type="parTrans" cxnId="{BB50AE11-570D-4428-BD53-ACAE34033643}">
      <dgm:prSet/>
      <dgm:spPr/>
      <dgm:t>
        <a:bodyPr/>
        <a:lstStyle/>
        <a:p>
          <a:endParaRPr lang="en-US"/>
        </a:p>
      </dgm:t>
    </dgm:pt>
    <dgm:pt modelId="{342CC607-567C-4198-A1A2-1BB384749168}" type="sibTrans" cxnId="{BB50AE11-570D-4428-BD53-ACAE34033643}">
      <dgm:prSet/>
      <dgm:spPr/>
      <dgm:t>
        <a:bodyPr/>
        <a:lstStyle/>
        <a:p>
          <a:endParaRPr lang="en-US"/>
        </a:p>
      </dgm:t>
    </dgm:pt>
    <dgm:pt modelId="{24DE7303-FC84-400B-8852-4166743D9C01}">
      <dgm:prSet/>
      <dgm:spPr/>
      <dgm:t>
        <a:bodyPr/>
        <a:lstStyle/>
        <a:p>
          <a:r>
            <a:rPr lang="en-AU"/>
            <a:t>Functional testing</a:t>
          </a:r>
          <a:endParaRPr lang="en-US"/>
        </a:p>
      </dgm:t>
    </dgm:pt>
    <dgm:pt modelId="{E8E9AD83-0A0C-478B-BD62-9EAD78248634}" type="parTrans" cxnId="{A790C25B-FD90-41E1-B759-FADD06CA8292}">
      <dgm:prSet/>
      <dgm:spPr/>
      <dgm:t>
        <a:bodyPr/>
        <a:lstStyle/>
        <a:p>
          <a:endParaRPr lang="en-US"/>
        </a:p>
      </dgm:t>
    </dgm:pt>
    <dgm:pt modelId="{B895E24A-3828-426A-8A4B-FE1642BD0277}" type="sibTrans" cxnId="{A790C25B-FD90-41E1-B759-FADD06CA8292}">
      <dgm:prSet/>
      <dgm:spPr/>
      <dgm:t>
        <a:bodyPr/>
        <a:lstStyle/>
        <a:p>
          <a:endParaRPr lang="en-US"/>
        </a:p>
      </dgm:t>
    </dgm:pt>
    <dgm:pt modelId="{0CED0562-3E76-414D-BEBD-9032DC85AAA8}">
      <dgm:prSet/>
      <dgm:spPr/>
      <dgm:t>
        <a:bodyPr/>
        <a:lstStyle/>
        <a:p>
          <a:r>
            <a:rPr lang="en-AU" dirty="0"/>
            <a:t>Usability testing</a:t>
          </a:r>
          <a:endParaRPr lang="en-US" dirty="0"/>
        </a:p>
      </dgm:t>
    </dgm:pt>
    <dgm:pt modelId="{E4D599F6-8F80-4AD0-91BD-C49100C881FB}" type="parTrans" cxnId="{C008206F-9D69-4ED2-861E-3C9832173E2E}">
      <dgm:prSet/>
      <dgm:spPr/>
      <dgm:t>
        <a:bodyPr/>
        <a:lstStyle/>
        <a:p>
          <a:endParaRPr lang="en-US"/>
        </a:p>
      </dgm:t>
    </dgm:pt>
    <dgm:pt modelId="{72E3D545-C90F-42A6-A951-0915786B98D8}" type="sibTrans" cxnId="{C008206F-9D69-4ED2-861E-3C9832173E2E}">
      <dgm:prSet/>
      <dgm:spPr/>
      <dgm:t>
        <a:bodyPr/>
        <a:lstStyle/>
        <a:p>
          <a:endParaRPr lang="en-US"/>
        </a:p>
      </dgm:t>
    </dgm:pt>
    <dgm:pt modelId="{C7F50E54-1152-4965-9DCF-DD3E0133F7A0}">
      <dgm:prSet/>
      <dgm:spPr/>
      <dgm:t>
        <a:bodyPr/>
        <a:lstStyle/>
        <a:p>
          <a:r>
            <a:rPr lang="en-AU"/>
            <a:t>UI testing</a:t>
          </a:r>
          <a:endParaRPr lang="en-US"/>
        </a:p>
      </dgm:t>
    </dgm:pt>
    <dgm:pt modelId="{ACE7AB2E-CC4C-42C7-A9D3-6B102B971422}" type="parTrans" cxnId="{7DD0CB3D-70BB-47C8-B21B-CBDFF6D3B4CA}">
      <dgm:prSet/>
      <dgm:spPr/>
      <dgm:t>
        <a:bodyPr/>
        <a:lstStyle/>
        <a:p>
          <a:endParaRPr lang="en-US"/>
        </a:p>
      </dgm:t>
    </dgm:pt>
    <dgm:pt modelId="{AA1229BD-5149-4751-8E46-2688F0C5DE43}" type="sibTrans" cxnId="{7DD0CB3D-70BB-47C8-B21B-CBDFF6D3B4CA}">
      <dgm:prSet/>
      <dgm:spPr/>
      <dgm:t>
        <a:bodyPr/>
        <a:lstStyle/>
        <a:p>
          <a:endParaRPr lang="en-US"/>
        </a:p>
      </dgm:t>
    </dgm:pt>
    <dgm:pt modelId="{A30AB289-4E0F-469A-A4F4-15793824D668}">
      <dgm:prSet/>
      <dgm:spPr/>
      <dgm:t>
        <a:bodyPr/>
        <a:lstStyle/>
        <a:p>
          <a:r>
            <a:rPr lang="en-AU"/>
            <a:t>Compatibility (Configuration) testing </a:t>
          </a:r>
          <a:endParaRPr lang="en-US"/>
        </a:p>
      </dgm:t>
    </dgm:pt>
    <dgm:pt modelId="{77333E3A-B226-477F-A59D-92E7145E03F1}" type="parTrans" cxnId="{A1352B94-13FB-4F13-B287-A2CB24790BD5}">
      <dgm:prSet/>
      <dgm:spPr/>
      <dgm:t>
        <a:bodyPr/>
        <a:lstStyle/>
        <a:p>
          <a:endParaRPr lang="en-US"/>
        </a:p>
      </dgm:t>
    </dgm:pt>
    <dgm:pt modelId="{BC543CF5-A7DB-4925-ADE8-922F17DD6EA5}" type="sibTrans" cxnId="{A1352B94-13FB-4F13-B287-A2CB24790BD5}">
      <dgm:prSet/>
      <dgm:spPr/>
      <dgm:t>
        <a:bodyPr/>
        <a:lstStyle/>
        <a:p>
          <a:endParaRPr lang="en-US"/>
        </a:p>
      </dgm:t>
    </dgm:pt>
    <dgm:pt modelId="{07F6DA5D-1A70-8A4D-A5D3-C135A7DA75D9}" type="pres">
      <dgm:prSet presAssocID="{3BF48A55-EB60-48C1-983C-5723D7A93006}" presName="Name0" presStyleCnt="0">
        <dgm:presLayoutVars>
          <dgm:dir/>
          <dgm:resizeHandles val="exact"/>
        </dgm:presLayoutVars>
      </dgm:prSet>
      <dgm:spPr/>
    </dgm:pt>
    <dgm:pt modelId="{6E834184-9E92-CC4A-88EA-127433DE97FC}" type="pres">
      <dgm:prSet presAssocID="{3BF48A55-EB60-48C1-983C-5723D7A93006}" presName="cycle" presStyleCnt="0"/>
      <dgm:spPr/>
    </dgm:pt>
    <dgm:pt modelId="{F251EF1F-7104-6045-A956-C3928536E3F2}" type="pres">
      <dgm:prSet presAssocID="{3EC6846B-3219-4FAC-909D-B9B3F65D0A62}" presName="nodeFirstNode" presStyleLbl="node1" presStyleIdx="0" presStyleCnt="10">
        <dgm:presLayoutVars>
          <dgm:bulletEnabled val="1"/>
        </dgm:presLayoutVars>
      </dgm:prSet>
      <dgm:spPr/>
    </dgm:pt>
    <dgm:pt modelId="{D43FBD2D-0988-0141-A957-447CE7BAB95A}" type="pres">
      <dgm:prSet presAssocID="{0AF6A436-669B-4E22-AFCB-EAA1F36C1D7A}" presName="sibTransFirstNode" presStyleLbl="bgShp" presStyleIdx="0" presStyleCnt="1"/>
      <dgm:spPr/>
    </dgm:pt>
    <dgm:pt modelId="{1FA64BC2-2678-E144-8814-A88AED6D8CE4}" type="pres">
      <dgm:prSet presAssocID="{A034CA0D-3389-441B-B825-4EA5BFF134D8}" presName="nodeFollowingNodes" presStyleLbl="node1" presStyleIdx="1" presStyleCnt="10">
        <dgm:presLayoutVars>
          <dgm:bulletEnabled val="1"/>
        </dgm:presLayoutVars>
      </dgm:prSet>
      <dgm:spPr/>
    </dgm:pt>
    <dgm:pt modelId="{8FBC2351-11FE-5A4E-9E6F-BA9DE34CB7D6}" type="pres">
      <dgm:prSet presAssocID="{F3EF8C72-2137-4F44-BAA9-B842D421E428}" presName="nodeFollowingNodes" presStyleLbl="node1" presStyleIdx="2" presStyleCnt="10">
        <dgm:presLayoutVars>
          <dgm:bulletEnabled val="1"/>
        </dgm:presLayoutVars>
      </dgm:prSet>
      <dgm:spPr/>
    </dgm:pt>
    <dgm:pt modelId="{392A0604-FC0A-824B-837D-584B441E877A}" type="pres">
      <dgm:prSet presAssocID="{D0D9B6CF-965A-4C90-BF3F-760C9D34EE4F}" presName="nodeFollowingNodes" presStyleLbl="node1" presStyleIdx="3" presStyleCnt="10">
        <dgm:presLayoutVars>
          <dgm:bulletEnabled val="1"/>
        </dgm:presLayoutVars>
      </dgm:prSet>
      <dgm:spPr/>
    </dgm:pt>
    <dgm:pt modelId="{F8357749-E403-0444-8E00-AEF7DA651600}" type="pres">
      <dgm:prSet presAssocID="{B7CCA148-8107-429C-91E3-5C9D5C5C5F29}" presName="nodeFollowingNodes" presStyleLbl="node1" presStyleIdx="4" presStyleCnt="10">
        <dgm:presLayoutVars>
          <dgm:bulletEnabled val="1"/>
        </dgm:presLayoutVars>
      </dgm:prSet>
      <dgm:spPr/>
    </dgm:pt>
    <dgm:pt modelId="{C09756C7-0213-274C-87A3-2C4D47E09F80}" type="pres">
      <dgm:prSet presAssocID="{FCE7E2B3-B63B-4851-BCC2-4B6EAE358F05}" presName="nodeFollowingNodes" presStyleLbl="node1" presStyleIdx="5" presStyleCnt="10">
        <dgm:presLayoutVars>
          <dgm:bulletEnabled val="1"/>
        </dgm:presLayoutVars>
      </dgm:prSet>
      <dgm:spPr/>
    </dgm:pt>
    <dgm:pt modelId="{2509C959-E014-3E43-85FC-F34E92ECB20E}" type="pres">
      <dgm:prSet presAssocID="{24DE7303-FC84-400B-8852-4166743D9C01}" presName="nodeFollowingNodes" presStyleLbl="node1" presStyleIdx="6" presStyleCnt="10">
        <dgm:presLayoutVars>
          <dgm:bulletEnabled val="1"/>
        </dgm:presLayoutVars>
      </dgm:prSet>
      <dgm:spPr/>
    </dgm:pt>
    <dgm:pt modelId="{F9F40D65-9334-9849-8247-A6C83A9DF376}" type="pres">
      <dgm:prSet presAssocID="{0CED0562-3E76-414D-BEBD-9032DC85AAA8}" presName="nodeFollowingNodes" presStyleLbl="node1" presStyleIdx="7" presStyleCnt="10">
        <dgm:presLayoutVars>
          <dgm:bulletEnabled val="1"/>
        </dgm:presLayoutVars>
      </dgm:prSet>
      <dgm:spPr/>
    </dgm:pt>
    <dgm:pt modelId="{86450B7E-DAA0-3744-83DB-6260E20E7EAA}" type="pres">
      <dgm:prSet presAssocID="{C7F50E54-1152-4965-9DCF-DD3E0133F7A0}" presName="nodeFollowingNodes" presStyleLbl="node1" presStyleIdx="8" presStyleCnt="10">
        <dgm:presLayoutVars>
          <dgm:bulletEnabled val="1"/>
        </dgm:presLayoutVars>
      </dgm:prSet>
      <dgm:spPr/>
    </dgm:pt>
    <dgm:pt modelId="{3FDC4AA6-D51D-7048-9475-AC9F9DD71071}" type="pres">
      <dgm:prSet presAssocID="{A30AB289-4E0F-469A-A4F4-15793824D668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7CA14E08-CE01-1B4A-A584-8E996FDBF01F}" type="presOf" srcId="{0CED0562-3E76-414D-BEBD-9032DC85AAA8}" destId="{F9F40D65-9334-9849-8247-A6C83A9DF376}" srcOrd="0" destOrd="0" presId="urn:microsoft.com/office/officeart/2005/8/layout/cycle3"/>
    <dgm:cxn modelId="{BB50AE11-570D-4428-BD53-ACAE34033643}" srcId="{3BF48A55-EB60-48C1-983C-5723D7A93006}" destId="{FCE7E2B3-B63B-4851-BCC2-4B6EAE358F05}" srcOrd="5" destOrd="0" parTransId="{E7F29BD4-46E5-42DB-9878-F19BFA0D8CFF}" sibTransId="{342CC607-567C-4198-A1A2-1BB384749168}"/>
    <dgm:cxn modelId="{48BD5117-3ED1-F74A-9155-6B2DFAA83550}" type="presOf" srcId="{FCE7E2B3-B63B-4851-BCC2-4B6EAE358F05}" destId="{C09756C7-0213-274C-87A3-2C4D47E09F80}" srcOrd="0" destOrd="0" presId="urn:microsoft.com/office/officeart/2005/8/layout/cycle3"/>
    <dgm:cxn modelId="{0808C924-6EB2-A24A-AF77-0DCC85FC540D}" type="presOf" srcId="{C7F50E54-1152-4965-9DCF-DD3E0133F7A0}" destId="{86450B7E-DAA0-3744-83DB-6260E20E7EAA}" srcOrd="0" destOrd="0" presId="urn:microsoft.com/office/officeart/2005/8/layout/cycle3"/>
    <dgm:cxn modelId="{63FF722F-5CA0-4B27-ADA3-12E0A501B264}" srcId="{3BF48A55-EB60-48C1-983C-5723D7A93006}" destId="{3EC6846B-3219-4FAC-909D-B9B3F65D0A62}" srcOrd="0" destOrd="0" parTransId="{A7750E04-DBFF-42A2-B80D-E9534E613D39}" sibTransId="{0AF6A436-669B-4E22-AFCB-EAA1F36C1D7A}"/>
    <dgm:cxn modelId="{7DD0CB3D-70BB-47C8-B21B-CBDFF6D3B4CA}" srcId="{3BF48A55-EB60-48C1-983C-5723D7A93006}" destId="{C7F50E54-1152-4965-9DCF-DD3E0133F7A0}" srcOrd="8" destOrd="0" parTransId="{ACE7AB2E-CC4C-42C7-A9D3-6B102B971422}" sibTransId="{AA1229BD-5149-4751-8E46-2688F0C5DE43}"/>
    <dgm:cxn modelId="{A790C25B-FD90-41E1-B759-FADD06CA8292}" srcId="{3BF48A55-EB60-48C1-983C-5723D7A93006}" destId="{24DE7303-FC84-400B-8852-4166743D9C01}" srcOrd="6" destOrd="0" parTransId="{E8E9AD83-0A0C-478B-BD62-9EAD78248634}" sibTransId="{B895E24A-3828-426A-8A4B-FE1642BD0277}"/>
    <dgm:cxn modelId="{9E74D063-36B6-C64D-98AB-615E0D6B9350}" type="presOf" srcId="{D0D9B6CF-965A-4C90-BF3F-760C9D34EE4F}" destId="{392A0604-FC0A-824B-837D-584B441E877A}" srcOrd="0" destOrd="0" presId="urn:microsoft.com/office/officeart/2005/8/layout/cycle3"/>
    <dgm:cxn modelId="{56AA5464-932E-4D5E-8216-397E041C774D}" srcId="{3BF48A55-EB60-48C1-983C-5723D7A93006}" destId="{B7CCA148-8107-429C-91E3-5C9D5C5C5F29}" srcOrd="4" destOrd="0" parTransId="{EDA5C7F1-5C65-4586-A0A3-833DB489CB6C}" sibTransId="{D8FC12A4-E0F6-48CC-AC17-A9775BEAECFF}"/>
    <dgm:cxn modelId="{790BF747-6976-C54E-B93D-86D14CB7B0B0}" type="presOf" srcId="{A30AB289-4E0F-469A-A4F4-15793824D668}" destId="{3FDC4AA6-D51D-7048-9475-AC9F9DD71071}" srcOrd="0" destOrd="0" presId="urn:microsoft.com/office/officeart/2005/8/layout/cycle3"/>
    <dgm:cxn modelId="{B1EB0869-22E3-9844-90AA-54AEB3B29B96}" type="presOf" srcId="{24DE7303-FC84-400B-8852-4166743D9C01}" destId="{2509C959-E014-3E43-85FC-F34E92ECB20E}" srcOrd="0" destOrd="0" presId="urn:microsoft.com/office/officeart/2005/8/layout/cycle3"/>
    <dgm:cxn modelId="{C008206F-9D69-4ED2-861E-3C9832173E2E}" srcId="{3BF48A55-EB60-48C1-983C-5723D7A93006}" destId="{0CED0562-3E76-414D-BEBD-9032DC85AAA8}" srcOrd="7" destOrd="0" parTransId="{E4D599F6-8F80-4AD0-91BD-C49100C881FB}" sibTransId="{72E3D545-C90F-42A6-A951-0915786B98D8}"/>
    <dgm:cxn modelId="{FE5DDB55-7C38-5A4F-97ED-FBA888834435}" type="presOf" srcId="{0AF6A436-669B-4E22-AFCB-EAA1F36C1D7A}" destId="{D43FBD2D-0988-0141-A957-447CE7BAB95A}" srcOrd="0" destOrd="0" presId="urn:microsoft.com/office/officeart/2005/8/layout/cycle3"/>
    <dgm:cxn modelId="{5D204B7E-9423-6D42-8A64-379FCAC74984}" type="presOf" srcId="{B7CCA148-8107-429C-91E3-5C9D5C5C5F29}" destId="{F8357749-E403-0444-8E00-AEF7DA651600}" srcOrd="0" destOrd="0" presId="urn:microsoft.com/office/officeart/2005/8/layout/cycle3"/>
    <dgm:cxn modelId="{A1352B94-13FB-4F13-B287-A2CB24790BD5}" srcId="{3BF48A55-EB60-48C1-983C-5723D7A93006}" destId="{A30AB289-4E0F-469A-A4F4-15793824D668}" srcOrd="9" destOrd="0" parTransId="{77333E3A-B226-477F-A59D-92E7145E03F1}" sibTransId="{BC543CF5-A7DB-4925-ADE8-922F17DD6EA5}"/>
    <dgm:cxn modelId="{5FEDDD97-28DC-494B-9C18-E08E4F7A8C15}" srcId="{3BF48A55-EB60-48C1-983C-5723D7A93006}" destId="{D0D9B6CF-965A-4C90-BF3F-760C9D34EE4F}" srcOrd="3" destOrd="0" parTransId="{638F9F78-12B8-499B-A1D2-ED6C29A2DCD0}" sibTransId="{248C88F8-B087-471C-90F7-CEB2927A7FF8}"/>
    <dgm:cxn modelId="{20ABD99E-B892-4C44-B42B-5B8FB30EE2CE}" type="presOf" srcId="{A034CA0D-3389-441B-B825-4EA5BFF134D8}" destId="{1FA64BC2-2678-E144-8814-A88AED6D8CE4}" srcOrd="0" destOrd="0" presId="urn:microsoft.com/office/officeart/2005/8/layout/cycle3"/>
    <dgm:cxn modelId="{F9A8E3A7-6599-F944-B936-37825F0258F9}" type="presOf" srcId="{F3EF8C72-2137-4F44-BAA9-B842D421E428}" destId="{8FBC2351-11FE-5A4E-9E6F-BA9DE34CB7D6}" srcOrd="0" destOrd="0" presId="urn:microsoft.com/office/officeart/2005/8/layout/cycle3"/>
    <dgm:cxn modelId="{F4A5DAB4-F9CC-4604-BAE0-003027509CEA}" srcId="{3BF48A55-EB60-48C1-983C-5723D7A93006}" destId="{F3EF8C72-2137-4F44-BAA9-B842D421E428}" srcOrd="2" destOrd="0" parTransId="{1C40EA4B-A24E-4B94-8B08-9F80F22D9FE1}" sibTransId="{93DCCA27-E8AF-45FD-B1A0-55824D73F45D}"/>
    <dgm:cxn modelId="{45A80EBC-791B-476D-892D-C8946F9F12C4}" srcId="{3BF48A55-EB60-48C1-983C-5723D7A93006}" destId="{A034CA0D-3389-441B-B825-4EA5BFF134D8}" srcOrd="1" destOrd="0" parTransId="{3592FB1B-E317-4528-9008-8DF7349123B9}" sibTransId="{AC3863FE-5647-405B-8031-60C31BFC1255}"/>
    <dgm:cxn modelId="{32304BDB-208E-E749-8105-DC194B1495D9}" type="presOf" srcId="{3EC6846B-3219-4FAC-909D-B9B3F65D0A62}" destId="{F251EF1F-7104-6045-A956-C3928536E3F2}" srcOrd="0" destOrd="0" presId="urn:microsoft.com/office/officeart/2005/8/layout/cycle3"/>
    <dgm:cxn modelId="{E2E906ED-EFA4-0043-93C7-F082F281CF1D}" type="presOf" srcId="{3BF48A55-EB60-48C1-983C-5723D7A93006}" destId="{07F6DA5D-1A70-8A4D-A5D3-C135A7DA75D9}" srcOrd="0" destOrd="0" presId="urn:microsoft.com/office/officeart/2005/8/layout/cycle3"/>
    <dgm:cxn modelId="{3D8B6C19-936A-024F-BDCA-EFF3AFBC2527}" type="presParOf" srcId="{07F6DA5D-1A70-8A4D-A5D3-C135A7DA75D9}" destId="{6E834184-9E92-CC4A-88EA-127433DE97FC}" srcOrd="0" destOrd="0" presId="urn:microsoft.com/office/officeart/2005/8/layout/cycle3"/>
    <dgm:cxn modelId="{5935CB43-E0C4-0A42-BEA3-00B21FE16396}" type="presParOf" srcId="{6E834184-9E92-CC4A-88EA-127433DE97FC}" destId="{F251EF1F-7104-6045-A956-C3928536E3F2}" srcOrd="0" destOrd="0" presId="urn:microsoft.com/office/officeart/2005/8/layout/cycle3"/>
    <dgm:cxn modelId="{A5A2926C-DFE8-3341-96D2-F8897CD547DA}" type="presParOf" srcId="{6E834184-9E92-CC4A-88EA-127433DE97FC}" destId="{D43FBD2D-0988-0141-A957-447CE7BAB95A}" srcOrd="1" destOrd="0" presId="urn:microsoft.com/office/officeart/2005/8/layout/cycle3"/>
    <dgm:cxn modelId="{7672FCA3-B1D6-E04C-9442-7B429D01E954}" type="presParOf" srcId="{6E834184-9E92-CC4A-88EA-127433DE97FC}" destId="{1FA64BC2-2678-E144-8814-A88AED6D8CE4}" srcOrd="2" destOrd="0" presId="urn:microsoft.com/office/officeart/2005/8/layout/cycle3"/>
    <dgm:cxn modelId="{574D4ED5-4D69-7E46-B8DA-51494E706FF2}" type="presParOf" srcId="{6E834184-9E92-CC4A-88EA-127433DE97FC}" destId="{8FBC2351-11FE-5A4E-9E6F-BA9DE34CB7D6}" srcOrd="3" destOrd="0" presId="urn:microsoft.com/office/officeart/2005/8/layout/cycle3"/>
    <dgm:cxn modelId="{773A4A06-AA92-D445-9C0C-0D8596EA5F4D}" type="presParOf" srcId="{6E834184-9E92-CC4A-88EA-127433DE97FC}" destId="{392A0604-FC0A-824B-837D-584B441E877A}" srcOrd="4" destOrd="0" presId="urn:microsoft.com/office/officeart/2005/8/layout/cycle3"/>
    <dgm:cxn modelId="{D7CD88C8-9312-6045-9C56-3C6DD83A0BD6}" type="presParOf" srcId="{6E834184-9E92-CC4A-88EA-127433DE97FC}" destId="{F8357749-E403-0444-8E00-AEF7DA651600}" srcOrd="5" destOrd="0" presId="urn:microsoft.com/office/officeart/2005/8/layout/cycle3"/>
    <dgm:cxn modelId="{2C9EC85A-873B-0B4D-90B3-8790B9BA91E4}" type="presParOf" srcId="{6E834184-9E92-CC4A-88EA-127433DE97FC}" destId="{C09756C7-0213-274C-87A3-2C4D47E09F80}" srcOrd="6" destOrd="0" presId="urn:microsoft.com/office/officeart/2005/8/layout/cycle3"/>
    <dgm:cxn modelId="{C156490C-3EA4-0845-A337-625D3D20EE98}" type="presParOf" srcId="{6E834184-9E92-CC4A-88EA-127433DE97FC}" destId="{2509C959-E014-3E43-85FC-F34E92ECB20E}" srcOrd="7" destOrd="0" presId="urn:microsoft.com/office/officeart/2005/8/layout/cycle3"/>
    <dgm:cxn modelId="{85A2F94A-263B-9540-B09A-8601BD37A0B5}" type="presParOf" srcId="{6E834184-9E92-CC4A-88EA-127433DE97FC}" destId="{F9F40D65-9334-9849-8247-A6C83A9DF376}" srcOrd="8" destOrd="0" presId="urn:microsoft.com/office/officeart/2005/8/layout/cycle3"/>
    <dgm:cxn modelId="{835B16C5-2396-9348-897C-EA01CFE50377}" type="presParOf" srcId="{6E834184-9E92-CC4A-88EA-127433DE97FC}" destId="{86450B7E-DAA0-3744-83DB-6260E20E7EAA}" srcOrd="9" destOrd="0" presId="urn:microsoft.com/office/officeart/2005/8/layout/cycle3"/>
    <dgm:cxn modelId="{DA9F59FB-28B2-134D-B02B-7DD9A6F92E1E}" type="presParOf" srcId="{6E834184-9E92-CC4A-88EA-127433DE97FC}" destId="{3FDC4AA6-D51D-7048-9475-AC9F9DD71071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F48A55-EB60-48C1-983C-5723D7A93006}" type="doc">
      <dgm:prSet loTypeId="urn:microsoft.com/office/officeart/2005/8/layout/cycle3" loCatId="cycle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EC6846B-3219-4FAC-909D-B9B3F65D0A62}">
      <dgm:prSet/>
      <dgm:spPr>
        <a:solidFill>
          <a:schemeClr val="tx1"/>
        </a:solidFill>
      </dgm:spPr>
      <dgm:t>
        <a:bodyPr/>
        <a:lstStyle/>
        <a:p>
          <a:r>
            <a:rPr lang="en-AU" dirty="0"/>
            <a:t>Beta testing</a:t>
          </a:r>
          <a:endParaRPr lang="en-US" dirty="0"/>
        </a:p>
      </dgm:t>
    </dgm:pt>
    <dgm:pt modelId="{A7750E04-DBFF-42A2-B80D-E9534E613D39}" type="parTrans" cxnId="{63FF722F-5CA0-4B27-ADA3-12E0A501B264}">
      <dgm:prSet/>
      <dgm:spPr/>
      <dgm:t>
        <a:bodyPr/>
        <a:lstStyle/>
        <a:p>
          <a:endParaRPr lang="en-US"/>
        </a:p>
      </dgm:t>
    </dgm:pt>
    <dgm:pt modelId="{0AF6A436-669B-4E22-AFCB-EAA1F36C1D7A}" type="sibTrans" cxnId="{63FF722F-5CA0-4B27-ADA3-12E0A501B264}">
      <dgm:prSet/>
      <dgm:spPr/>
      <dgm:t>
        <a:bodyPr/>
        <a:lstStyle/>
        <a:p>
          <a:endParaRPr lang="en-US"/>
        </a:p>
      </dgm:t>
    </dgm:pt>
    <dgm:pt modelId="{A034CA0D-3389-441B-B825-4EA5BFF134D8}">
      <dgm:prSet/>
      <dgm:spPr>
        <a:solidFill>
          <a:schemeClr val="tx1"/>
        </a:solidFill>
      </dgm:spPr>
      <dgm:t>
        <a:bodyPr/>
        <a:lstStyle/>
        <a:p>
          <a:r>
            <a:rPr lang="en-AU" dirty="0"/>
            <a:t>Mobile-friendly testing</a:t>
          </a:r>
          <a:endParaRPr lang="en-US" dirty="0"/>
        </a:p>
      </dgm:t>
    </dgm:pt>
    <dgm:pt modelId="{3592FB1B-E317-4528-9008-8DF7349123B9}" type="parTrans" cxnId="{45A80EBC-791B-476D-892D-C8946F9F12C4}">
      <dgm:prSet/>
      <dgm:spPr/>
      <dgm:t>
        <a:bodyPr/>
        <a:lstStyle/>
        <a:p>
          <a:endParaRPr lang="en-US"/>
        </a:p>
      </dgm:t>
    </dgm:pt>
    <dgm:pt modelId="{AC3863FE-5647-405B-8031-60C31BFC1255}" type="sibTrans" cxnId="{45A80EBC-791B-476D-892D-C8946F9F12C4}">
      <dgm:prSet/>
      <dgm:spPr/>
      <dgm:t>
        <a:bodyPr/>
        <a:lstStyle/>
        <a:p>
          <a:endParaRPr lang="en-US"/>
        </a:p>
      </dgm:t>
    </dgm:pt>
    <dgm:pt modelId="{F3EF8C72-2137-4F44-BAA9-B842D421E428}">
      <dgm:prSet/>
      <dgm:spPr>
        <a:solidFill>
          <a:schemeClr val="tx1"/>
        </a:solidFill>
      </dgm:spPr>
      <dgm:t>
        <a:bodyPr/>
        <a:lstStyle/>
        <a:p>
          <a:r>
            <a:rPr lang="en-AU" dirty="0"/>
            <a:t>Change related testing</a:t>
          </a:r>
          <a:endParaRPr lang="en-US" dirty="0"/>
        </a:p>
      </dgm:t>
    </dgm:pt>
    <dgm:pt modelId="{1C40EA4B-A24E-4B94-8B08-9F80F22D9FE1}" type="parTrans" cxnId="{F4A5DAB4-F9CC-4604-BAE0-003027509CEA}">
      <dgm:prSet/>
      <dgm:spPr/>
      <dgm:t>
        <a:bodyPr/>
        <a:lstStyle/>
        <a:p>
          <a:endParaRPr lang="en-US"/>
        </a:p>
      </dgm:t>
    </dgm:pt>
    <dgm:pt modelId="{93DCCA27-E8AF-45FD-B1A0-55824D73F45D}" type="sibTrans" cxnId="{F4A5DAB4-F9CC-4604-BAE0-003027509CEA}">
      <dgm:prSet/>
      <dgm:spPr/>
      <dgm:t>
        <a:bodyPr/>
        <a:lstStyle/>
        <a:p>
          <a:endParaRPr lang="en-US"/>
        </a:p>
      </dgm:t>
    </dgm:pt>
    <dgm:pt modelId="{D0D9B6CF-965A-4C90-BF3F-760C9D34EE4F}">
      <dgm:prSet/>
      <dgm:spPr>
        <a:solidFill>
          <a:schemeClr val="tx1"/>
        </a:solidFill>
      </dgm:spPr>
      <dgm:t>
        <a:bodyPr/>
        <a:lstStyle/>
        <a:p>
          <a:r>
            <a:rPr lang="en-AU" dirty="0"/>
            <a:t>Security testing</a:t>
          </a:r>
          <a:endParaRPr lang="en-US" dirty="0"/>
        </a:p>
      </dgm:t>
    </dgm:pt>
    <dgm:pt modelId="{638F9F78-12B8-499B-A1D2-ED6C29A2DCD0}" type="parTrans" cxnId="{5FEDDD97-28DC-494B-9C18-E08E4F7A8C15}">
      <dgm:prSet/>
      <dgm:spPr/>
      <dgm:t>
        <a:bodyPr/>
        <a:lstStyle/>
        <a:p>
          <a:endParaRPr lang="en-US"/>
        </a:p>
      </dgm:t>
    </dgm:pt>
    <dgm:pt modelId="{248C88F8-B087-471C-90F7-CEB2927A7FF8}" type="sibTrans" cxnId="{5FEDDD97-28DC-494B-9C18-E08E4F7A8C15}">
      <dgm:prSet/>
      <dgm:spPr/>
      <dgm:t>
        <a:bodyPr/>
        <a:lstStyle/>
        <a:p>
          <a:endParaRPr lang="en-US"/>
        </a:p>
      </dgm:t>
    </dgm:pt>
    <dgm:pt modelId="{B7CCA148-8107-429C-91E3-5C9D5C5C5F29}">
      <dgm:prSet>
        <dgm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AU" dirty="0">
              <a:solidFill>
                <a:schemeClr val="bg1"/>
              </a:solidFill>
            </a:rPr>
            <a:t>Performance testing</a:t>
          </a:r>
          <a:endParaRPr lang="en-US" dirty="0">
            <a:solidFill>
              <a:schemeClr val="bg1"/>
            </a:solidFill>
          </a:endParaRPr>
        </a:p>
      </dgm:t>
    </dgm:pt>
    <dgm:pt modelId="{EDA5C7F1-5C65-4586-A0A3-833DB489CB6C}" type="parTrans" cxnId="{56AA5464-932E-4D5E-8216-397E041C774D}">
      <dgm:prSet/>
      <dgm:spPr/>
      <dgm:t>
        <a:bodyPr/>
        <a:lstStyle/>
        <a:p>
          <a:endParaRPr lang="en-US"/>
        </a:p>
      </dgm:t>
    </dgm:pt>
    <dgm:pt modelId="{D8FC12A4-E0F6-48CC-AC17-A9775BEAECFF}" type="sibTrans" cxnId="{56AA5464-932E-4D5E-8216-397E041C774D}">
      <dgm:prSet/>
      <dgm:spPr/>
      <dgm:t>
        <a:bodyPr/>
        <a:lstStyle/>
        <a:p>
          <a:endParaRPr lang="en-US"/>
        </a:p>
      </dgm:t>
    </dgm:pt>
    <dgm:pt modelId="{FCE7E2B3-B63B-4851-BCC2-4B6EAE358F05}">
      <dgm:prSet/>
      <dgm:spPr>
        <a:solidFill>
          <a:schemeClr val="tx1"/>
        </a:solidFill>
      </dgm:spPr>
      <dgm:t>
        <a:bodyPr/>
        <a:lstStyle/>
        <a:p>
          <a:r>
            <a:rPr lang="en-AU"/>
            <a:t>Documentation testing</a:t>
          </a:r>
          <a:endParaRPr lang="en-US"/>
        </a:p>
      </dgm:t>
    </dgm:pt>
    <dgm:pt modelId="{E7F29BD4-46E5-42DB-9878-F19BFA0D8CFF}" type="parTrans" cxnId="{BB50AE11-570D-4428-BD53-ACAE34033643}">
      <dgm:prSet/>
      <dgm:spPr/>
      <dgm:t>
        <a:bodyPr/>
        <a:lstStyle/>
        <a:p>
          <a:endParaRPr lang="en-US"/>
        </a:p>
      </dgm:t>
    </dgm:pt>
    <dgm:pt modelId="{342CC607-567C-4198-A1A2-1BB384749168}" type="sibTrans" cxnId="{BB50AE11-570D-4428-BD53-ACAE34033643}">
      <dgm:prSet/>
      <dgm:spPr/>
      <dgm:t>
        <a:bodyPr/>
        <a:lstStyle/>
        <a:p>
          <a:endParaRPr lang="en-US"/>
        </a:p>
      </dgm:t>
    </dgm:pt>
    <dgm:pt modelId="{24DE7303-FC84-400B-8852-4166743D9C01}">
      <dgm:prSet>
        <dgm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AU" dirty="0">
              <a:solidFill>
                <a:schemeClr val="tx1"/>
              </a:solidFill>
            </a:rPr>
            <a:t>Functional testing</a:t>
          </a:r>
          <a:endParaRPr lang="en-US" dirty="0">
            <a:solidFill>
              <a:schemeClr val="tx1"/>
            </a:solidFill>
          </a:endParaRPr>
        </a:p>
      </dgm:t>
    </dgm:pt>
    <dgm:pt modelId="{E8E9AD83-0A0C-478B-BD62-9EAD78248634}" type="parTrans" cxnId="{A790C25B-FD90-41E1-B759-FADD06CA8292}">
      <dgm:prSet/>
      <dgm:spPr/>
      <dgm:t>
        <a:bodyPr/>
        <a:lstStyle/>
        <a:p>
          <a:endParaRPr lang="en-US"/>
        </a:p>
      </dgm:t>
    </dgm:pt>
    <dgm:pt modelId="{B895E24A-3828-426A-8A4B-FE1642BD0277}" type="sibTrans" cxnId="{A790C25B-FD90-41E1-B759-FADD06CA8292}">
      <dgm:prSet/>
      <dgm:spPr/>
      <dgm:t>
        <a:bodyPr/>
        <a:lstStyle/>
        <a:p>
          <a:endParaRPr lang="en-US"/>
        </a:p>
      </dgm:t>
    </dgm:pt>
    <dgm:pt modelId="{0CED0562-3E76-414D-BEBD-9032DC85AAA8}">
      <dgm:prSet>
        <dgm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AU" dirty="0">
              <a:solidFill>
                <a:schemeClr val="tx1"/>
              </a:solidFill>
            </a:rPr>
            <a:t>Usability testing</a:t>
          </a:r>
          <a:endParaRPr lang="en-US" dirty="0">
            <a:solidFill>
              <a:schemeClr val="tx1"/>
            </a:solidFill>
          </a:endParaRPr>
        </a:p>
      </dgm:t>
    </dgm:pt>
    <dgm:pt modelId="{E4D599F6-8F80-4AD0-91BD-C49100C881FB}" type="parTrans" cxnId="{C008206F-9D69-4ED2-861E-3C9832173E2E}">
      <dgm:prSet/>
      <dgm:spPr/>
      <dgm:t>
        <a:bodyPr/>
        <a:lstStyle/>
        <a:p>
          <a:endParaRPr lang="en-US"/>
        </a:p>
      </dgm:t>
    </dgm:pt>
    <dgm:pt modelId="{72E3D545-C90F-42A6-A951-0915786B98D8}" type="sibTrans" cxnId="{C008206F-9D69-4ED2-861E-3C9832173E2E}">
      <dgm:prSet/>
      <dgm:spPr/>
      <dgm:t>
        <a:bodyPr/>
        <a:lstStyle/>
        <a:p>
          <a:endParaRPr lang="en-US"/>
        </a:p>
      </dgm:t>
    </dgm:pt>
    <dgm:pt modelId="{C7F50E54-1152-4965-9DCF-DD3E0133F7A0}">
      <dgm:prSet>
        <dgm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AU" dirty="0">
              <a:solidFill>
                <a:schemeClr val="tx1"/>
              </a:solidFill>
            </a:rPr>
            <a:t>UI testing</a:t>
          </a:r>
          <a:endParaRPr lang="en-US" dirty="0">
            <a:solidFill>
              <a:schemeClr val="tx1"/>
            </a:solidFill>
          </a:endParaRPr>
        </a:p>
      </dgm:t>
    </dgm:pt>
    <dgm:pt modelId="{ACE7AB2E-CC4C-42C7-A9D3-6B102B971422}" type="parTrans" cxnId="{7DD0CB3D-70BB-47C8-B21B-CBDFF6D3B4CA}">
      <dgm:prSet/>
      <dgm:spPr/>
      <dgm:t>
        <a:bodyPr/>
        <a:lstStyle/>
        <a:p>
          <a:endParaRPr lang="en-US"/>
        </a:p>
      </dgm:t>
    </dgm:pt>
    <dgm:pt modelId="{AA1229BD-5149-4751-8E46-2688F0C5DE43}" type="sibTrans" cxnId="{7DD0CB3D-70BB-47C8-B21B-CBDFF6D3B4CA}">
      <dgm:prSet/>
      <dgm:spPr/>
      <dgm:t>
        <a:bodyPr/>
        <a:lstStyle/>
        <a:p>
          <a:endParaRPr lang="en-US"/>
        </a:p>
      </dgm:t>
    </dgm:pt>
    <dgm:pt modelId="{A30AB289-4E0F-469A-A4F4-15793824D668}">
      <dgm:prSet/>
      <dgm:spPr>
        <a:solidFill>
          <a:schemeClr val="tx1"/>
        </a:solidFill>
      </dgm:spPr>
      <dgm:t>
        <a:bodyPr/>
        <a:lstStyle/>
        <a:p>
          <a:r>
            <a:rPr lang="en-AU" dirty="0"/>
            <a:t>Compatibility (Configuration) testing </a:t>
          </a:r>
          <a:endParaRPr lang="en-US" dirty="0"/>
        </a:p>
      </dgm:t>
    </dgm:pt>
    <dgm:pt modelId="{77333E3A-B226-477F-A59D-92E7145E03F1}" type="parTrans" cxnId="{A1352B94-13FB-4F13-B287-A2CB24790BD5}">
      <dgm:prSet/>
      <dgm:spPr/>
      <dgm:t>
        <a:bodyPr/>
        <a:lstStyle/>
        <a:p>
          <a:endParaRPr lang="en-US"/>
        </a:p>
      </dgm:t>
    </dgm:pt>
    <dgm:pt modelId="{BC543CF5-A7DB-4925-ADE8-922F17DD6EA5}" type="sibTrans" cxnId="{A1352B94-13FB-4F13-B287-A2CB24790BD5}">
      <dgm:prSet/>
      <dgm:spPr/>
      <dgm:t>
        <a:bodyPr/>
        <a:lstStyle/>
        <a:p>
          <a:endParaRPr lang="en-US"/>
        </a:p>
      </dgm:t>
    </dgm:pt>
    <dgm:pt modelId="{07F6DA5D-1A70-8A4D-A5D3-C135A7DA75D9}" type="pres">
      <dgm:prSet presAssocID="{3BF48A55-EB60-48C1-983C-5723D7A93006}" presName="Name0" presStyleCnt="0">
        <dgm:presLayoutVars>
          <dgm:dir/>
          <dgm:resizeHandles val="exact"/>
        </dgm:presLayoutVars>
      </dgm:prSet>
      <dgm:spPr/>
    </dgm:pt>
    <dgm:pt modelId="{6E834184-9E92-CC4A-88EA-127433DE97FC}" type="pres">
      <dgm:prSet presAssocID="{3BF48A55-EB60-48C1-983C-5723D7A93006}" presName="cycle" presStyleCnt="0"/>
      <dgm:spPr/>
    </dgm:pt>
    <dgm:pt modelId="{F251EF1F-7104-6045-A956-C3928536E3F2}" type="pres">
      <dgm:prSet presAssocID="{3EC6846B-3219-4FAC-909D-B9B3F65D0A62}" presName="nodeFirstNode" presStyleLbl="node1" presStyleIdx="0" presStyleCnt="10">
        <dgm:presLayoutVars>
          <dgm:bulletEnabled val="1"/>
        </dgm:presLayoutVars>
      </dgm:prSet>
      <dgm:spPr/>
    </dgm:pt>
    <dgm:pt modelId="{D43FBD2D-0988-0141-A957-447CE7BAB95A}" type="pres">
      <dgm:prSet presAssocID="{0AF6A436-669B-4E22-AFCB-EAA1F36C1D7A}" presName="sibTransFirstNode" presStyleLbl="bgShp" presStyleIdx="0" presStyleCnt="1"/>
      <dgm:spPr/>
    </dgm:pt>
    <dgm:pt modelId="{1FA64BC2-2678-E144-8814-A88AED6D8CE4}" type="pres">
      <dgm:prSet presAssocID="{A034CA0D-3389-441B-B825-4EA5BFF134D8}" presName="nodeFollowingNodes" presStyleLbl="node1" presStyleIdx="1" presStyleCnt="10">
        <dgm:presLayoutVars>
          <dgm:bulletEnabled val="1"/>
        </dgm:presLayoutVars>
      </dgm:prSet>
      <dgm:spPr/>
    </dgm:pt>
    <dgm:pt modelId="{8FBC2351-11FE-5A4E-9E6F-BA9DE34CB7D6}" type="pres">
      <dgm:prSet presAssocID="{F3EF8C72-2137-4F44-BAA9-B842D421E428}" presName="nodeFollowingNodes" presStyleLbl="node1" presStyleIdx="2" presStyleCnt="10">
        <dgm:presLayoutVars>
          <dgm:bulletEnabled val="1"/>
        </dgm:presLayoutVars>
      </dgm:prSet>
      <dgm:spPr/>
    </dgm:pt>
    <dgm:pt modelId="{392A0604-FC0A-824B-837D-584B441E877A}" type="pres">
      <dgm:prSet presAssocID="{D0D9B6CF-965A-4C90-BF3F-760C9D34EE4F}" presName="nodeFollowingNodes" presStyleLbl="node1" presStyleIdx="3" presStyleCnt="10">
        <dgm:presLayoutVars>
          <dgm:bulletEnabled val="1"/>
        </dgm:presLayoutVars>
      </dgm:prSet>
      <dgm:spPr/>
    </dgm:pt>
    <dgm:pt modelId="{F8357749-E403-0444-8E00-AEF7DA651600}" type="pres">
      <dgm:prSet presAssocID="{B7CCA148-8107-429C-91E3-5C9D5C5C5F29}" presName="nodeFollowingNodes" presStyleLbl="node1" presStyleIdx="4" presStyleCnt="10">
        <dgm:presLayoutVars>
          <dgm:bulletEnabled val="1"/>
        </dgm:presLayoutVars>
      </dgm:prSet>
      <dgm:spPr/>
    </dgm:pt>
    <dgm:pt modelId="{C09756C7-0213-274C-87A3-2C4D47E09F80}" type="pres">
      <dgm:prSet presAssocID="{FCE7E2B3-B63B-4851-BCC2-4B6EAE358F05}" presName="nodeFollowingNodes" presStyleLbl="node1" presStyleIdx="5" presStyleCnt="10">
        <dgm:presLayoutVars>
          <dgm:bulletEnabled val="1"/>
        </dgm:presLayoutVars>
      </dgm:prSet>
      <dgm:spPr/>
    </dgm:pt>
    <dgm:pt modelId="{2509C959-E014-3E43-85FC-F34E92ECB20E}" type="pres">
      <dgm:prSet presAssocID="{24DE7303-FC84-400B-8852-4166743D9C01}" presName="nodeFollowingNodes" presStyleLbl="node1" presStyleIdx="6" presStyleCnt="10">
        <dgm:presLayoutVars>
          <dgm:bulletEnabled val="1"/>
        </dgm:presLayoutVars>
      </dgm:prSet>
      <dgm:spPr/>
    </dgm:pt>
    <dgm:pt modelId="{F9F40D65-9334-9849-8247-A6C83A9DF376}" type="pres">
      <dgm:prSet presAssocID="{0CED0562-3E76-414D-BEBD-9032DC85AAA8}" presName="nodeFollowingNodes" presStyleLbl="node1" presStyleIdx="7" presStyleCnt="10">
        <dgm:presLayoutVars>
          <dgm:bulletEnabled val="1"/>
        </dgm:presLayoutVars>
      </dgm:prSet>
      <dgm:spPr/>
    </dgm:pt>
    <dgm:pt modelId="{86450B7E-DAA0-3744-83DB-6260E20E7EAA}" type="pres">
      <dgm:prSet presAssocID="{C7F50E54-1152-4965-9DCF-DD3E0133F7A0}" presName="nodeFollowingNodes" presStyleLbl="node1" presStyleIdx="8" presStyleCnt="10">
        <dgm:presLayoutVars>
          <dgm:bulletEnabled val="1"/>
        </dgm:presLayoutVars>
      </dgm:prSet>
      <dgm:spPr/>
    </dgm:pt>
    <dgm:pt modelId="{3FDC4AA6-D51D-7048-9475-AC9F9DD71071}" type="pres">
      <dgm:prSet presAssocID="{A30AB289-4E0F-469A-A4F4-15793824D668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7CA14E08-CE01-1B4A-A584-8E996FDBF01F}" type="presOf" srcId="{0CED0562-3E76-414D-BEBD-9032DC85AAA8}" destId="{F9F40D65-9334-9849-8247-A6C83A9DF376}" srcOrd="0" destOrd="0" presId="urn:microsoft.com/office/officeart/2005/8/layout/cycle3"/>
    <dgm:cxn modelId="{BB50AE11-570D-4428-BD53-ACAE34033643}" srcId="{3BF48A55-EB60-48C1-983C-5723D7A93006}" destId="{FCE7E2B3-B63B-4851-BCC2-4B6EAE358F05}" srcOrd="5" destOrd="0" parTransId="{E7F29BD4-46E5-42DB-9878-F19BFA0D8CFF}" sibTransId="{342CC607-567C-4198-A1A2-1BB384749168}"/>
    <dgm:cxn modelId="{48BD5117-3ED1-F74A-9155-6B2DFAA83550}" type="presOf" srcId="{FCE7E2B3-B63B-4851-BCC2-4B6EAE358F05}" destId="{C09756C7-0213-274C-87A3-2C4D47E09F80}" srcOrd="0" destOrd="0" presId="urn:microsoft.com/office/officeart/2005/8/layout/cycle3"/>
    <dgm:cxn modelId="{0808C924-6EB2-A24A-AF77-0DCC85FC540D}" type="presOf" srcId="{C7F50E54-1152-4965-9DCF-DD3E0133F7A0}" destId="{86450B7E-DAA0-3744-83DB-6260E20E7EAA}" srcOrd="0" destOrd="0" presId="urn:microsoft.com/office/officeart/2005/8/layout/cycle3"/>
    <dgm:cxn modelId="{63FF722F-5CA0-4B27-ADA3-12E0A501B264}" srcId="{3BF48A55-EB60-48C1-983C-5723D7A93006}" destId="{3EC6846B-3219-4FAC-909D-B9B3F65D0A62}" srcOrd="0" destOrd="0" parTransId="{A7750E04-DBFF-42A2-B80D-E9534E613D39}" sibTransId="{0AF6A436-669B-4E22-AFCB-EAA1F36C1D7A}"/>
    <dgm:cxn modelId="{7DD0CB3D-70BB-47C8-B21B-CBDFF6D3B4CA}" srcId="{3BF48A55-EB60-48C1-983C-5723D7A93006}" destId="{C7F50E54-1152-4965-9DCF-DD3E0133F7A0}" srcOrd="8" destOrd="0" parTransId="{ACE7AB2E-CC4C-42C7-A9D3-6B102B971422}" sibTransId="{AA1229BD-5149-4751-8E46-2688F0C5DE43}"/>
    <dgm:cxn modelId="{A790C25B-FD90-41E1-B759-FADD06CA8292}" srcId="{3BF48A55-EB60-48C1-983C-5723D7A93006}" destId="{24DE7303-FC84-400B-8852-4166743D9C01}" srcOrd="6" destOrd="0" parTransId="{E8E9AD83-0A0C-478B-BD62-9EAD78248634}" sibTransId="{B895E24A-3828-426A-8A4B-FE1642BD0277}"/>
    <dgm:cxn modelId="{9E74D063-36B6-C64D-98AB-615E0D6B9350}" type="presOf" srcId="{D0D9B6CF-965A-4C90-BF3F-760C9D34EE4F}" destId="{392A0604-FC0A-824B-837D-584B441E877A}" srcOrd="0" destOrd="0" presId="urn:microsoft.com/office/officeart/2005/8/layout/cycle3"/>
    <dgm:cxn modelId="{56AA5464-932E-4D5E-8216-397E041C774D}" srcId="{3BF48A55-EB60-48C1-983C-5723D7A93006}" destId="{B7CCA148-8107-429C-91E3-5C9D5C5C5F29}" srcOrd="4" destOrd="0" parTransId="{EDA5C7F1-5C65-4586-A0A3-833DB489CB6C}" sibTransId="{D8FC12A4-E0F6-48CC-AC17-A9775BEAECFF}"/>
    <dgm:cxn modelId="{790BF747-6976-C54E-B93D-86D14CB7B0B0}" type="presOf" srcId="{A30AB289-4E0F-469A-A4F4-15793824D668}" destId="{3FDC4AA6-D51D-7048-9475-AC9F9DD71071}" srcOrd="0" destOrd="0" presId="urn:microsoft.com/office/officeart/2005/8/layout/cycle3"/>
    <dgm:cxn modelId="{B1EB0869-22E3-9844-90AA-54AEB3B29B96}" type="presOf" srcId="{24DE7303-FC84-400B-8852-4166743D9C01}" destId="{2509C959-E014-3E43-85FC-F34E92ECB20E}" srcOrd="0" destOrd="0" presId="urn:microsoft.com/office/officeart/2005/8/layout/cycle3"/>
    <dgm:cxn modelId="{C008206F-9D69-4ED2-861E-3C9832173E2E}" srcId="{3BF48A55-EB60-48C1-983C-5723D7A93006}" destId="{0CED0562-3E76-414D-BEBD-9032DC85AAA8}" srcOrd="7" destOrd="0" parTransId="{E4D599F6-8F80-4AD0-91BD-C49100C881FB}" sibTransId="{72E3D545-C90F-42A6-A951-0915786B98D8}"/>
    <dgm:cxn modelId="{FE5DDB55-7C38-5A4F-97ED-FBA888834435}" type="presOf" srcId="{0AF6A436-669B-4E22-AFCB-EAA1F36C1D7A}" destId="{D43FBD2D-0988-0141-A957-447CE7BAB95A}" srcOrd="0" destOrd="0" presId="urn:microsoft.com/office/officeart/2005/8/layout/cycle3"/>
    <dgm:cxn modelId="{5D204B7E-9423-6D42-8A64-379FCAC74984}" type="presOf" srcId="{B7CCA148-8107-429C-91E3-5C9D5C5C5F29}" destId="{F8357749-E403-0444-8E00-AEF7DA651600}" srcOrd="0" destOrd="0" presId="urn:microsoft.com/office/officeart/2005/8/layout/cycle3"/>
    <dgm:cxn modelId="{A1352B94-13FB-4F13-B287-A2CB24790BD5}" srcId="{3BF48A55-EB60-48C1-983C-5723D7A93006}" destId="{A30AB289-4E0F-469A-A4F4-15793824D668}" srcOrd="9" destOrd="0" parTransId="{77333E3A-B226-477F-A59D-92E7145E03F1}" sibTransId="{BC543CF5-A7DB-4925-ADE8-922F17DD6EA5}"/>
    <dgm:cxn modelId="{5FEDDD97-28DC-494B-9C18-E08E4F7A8C15}" srcId="{3BF48A55-EB60-48C1-983C-5723D7A93006}" destId="{D0D9B6CF-965A-4C90-BF3F-760C9D34EE4F}" srcOrd="3" destOrd="0" parTransId="{638F9F78-12B8-499B-A1D2-ED6C29A2DCD0}" sibTransId="{248C88F8-B087-471C-90F7-CEB2927A7FF8}"/>
    <dgm:cxn modelId="{20ABD99E-B892-4C44-B42B-5B8FB30EE2CE}" type="presOf" srcId="{A034CA0D-3389-441B-B825-4EA5BFF134D8}" destId="{1FA64BC2-2678-E144-8814-A88AED6D8CE4}" srcOrd="0" destOrd="0" presId="urn:microsoft.com/office/officeart/2005/8/layout/cycle3"/>
    <dgm:cxn modelId="{F9A8E3A7-6599-F944-B936-37825F0258F9}" type="presOf" srcId="{F3EF8C72-2137-4F44-BAA9-B842D421E428}" destId="{8FBC2351-11FE-5A4E-9E6F-BA9DE34CB7D6}" srcOrd="0" destOrd="0" presId="urn:microsoft.com/office/officeart/2005/8/layout/cycle3"/>
    <dgm:cxn modelId="{F4A5DAB4-F9CC-4604-BAE0-003027509CEA}" srcId="{3BF48A55-EB60-48C1-983C-5723D7A93006}" destId="{F3EF8C72-2137-4F44-BAA9-B842D421E428}" srcOrd="2" destOrd="0" parTransId="{1C40EA4B-A24E-4B94-8B08-9F80F22D9FE1}" sibTransId="{93DCCA27-E8AF-45FD-B1A0-55824D73F45D}"/>
    <dgm:cxn modelId="{45A80EBC-791B-476D-892D-C8946F9F12C4}" srcId="{3BF48A55-EB60-48C1-983C-5723D7A93006}" destId="{A034CA0D-3389-441B-B825-4EA5BFF134D8}" srcOrd="1" destOrd="0" parTransId="{3592FB1B-E317-4528-9008-8DF7349123B9}" sibTransId="{AC3863FE-5647-405B-8031-60C31BFC1255}"/>
    <dgm:cxn modelId="{32304BDB-208E-E749-8105-DC194B1495D9}" type="presOf" srcId="{3EC6846B-3219-4FAC-909D-B9B3F65D0A62}" destId="{F251EF1F-7104-6045-A956-C3928536E3F2}" srcOrd="0" destOrd="0" presId="urn:microsoft.com/office/officeart/2005/8/layout/cycle3"/>
    <dgm:cxn modelId="{E2E906ED-EFA4-0043-93C7-F082F281CF1D}" type="presOf" srcId="{3BF48A55-EB60-48C1-983C-5723D7A93006}" destId="{07F6DA5D-1A70-8A4D-A5D3-C135A7DA75D9}" srcOrd="0" destOrd="0" presId="urn:microsoft.com/office/officeart/2005/8/layout/cycle3"/>
    <dgm:cxn modelId="{3D8B6C19-936A-024F-BDCA-EFF3AFBC2527}" type="presParOf" srcId="{07F6DA5D-1A70-8A4D-A5D3-C135A7DA75D9}" destId="{6E834184-9E92-CC4A-88EA-127433DE97FC}" srcOrd="0" destOrd="0" presId="urn:microsoft.com/office/officeart/2005/8/layout/cycle3"/>
    <dgm:cxn modelId="{5935CB43-E0C4-0A42-BEA3-00B21FE16396}" type="presParOf" srcId="{6E834184-9E92-CC4A-88EA-127433DE97FC}" destId="{F251EF1F-7104-6045-A956-C3928536E3F2}" srcOrd="0" destOrd="0" presId="urn:microsoft.com/office/officeart/2005/8/layout/cycle3"/>
    <dgm:cxn modelId="{A5A2926C-DFE8-3341-96D2-F8897CD547DA}" type="presParOf" srcId="{6E834184-9E92-CC4A-88EA-127433DE97FC}" destId="{D43FBD2D-0988-0141-A957-447CE7BAB95A}" srcOrd="1" destOrd="0" presId="urn:microsoft.com/office/officeart/2005/8/layout/cycle3"/>
    <dgm:cxn modelId="{7672FCA3-B1D6-E04C-9442-7B429D01E954}" type="presParOf" srcId="{6E834184-9E92-CC4A-88EA-127433DE97FC}" destId="{1FA64BC2-2678-E144-8814-A88AED6D8CE4}" srcOrd="2" destOrd="0" presId="urn:microsoft.com/office/officeart/2005/8/layout/cycle3"/>
    <dgm:cxn modelId="{574D4ED5-4D69-7E46-B8DA-51494E706FF2}" type="presParOf" srcId="{6E834184-9E92-CC4A-88EA-127433DE97FC}" destId="{8FBC2351-11FE-5A4E-9E6F-BA9DE34CB7D6}" srcOrd="3" destOrd="0" presId="urn:microsoft.com/office/officeart/2005/8/layout/cycle3"/>
    <dgm:cxn modelId="{773A4A06-AA92-D445-9C0C-0D8596EA5F4D}" type="presParOf" srcId="{6E834184-9E92-CC4A-88EA-127433DE97FC}" destId="{392A0604-FC0A-824B-837D-584B441E877A}" srcOrd="4" destOrd="0" presId="urn:microsoft.com/office/officeart/2005/8/layout/cycle3"/>
    <dgm:cxn modelId="{D7CD88C8-9312-6045-9C56-3C6DD83A0BD6}" type="presParOf" srcId="{6E834184-9E92-CC4A-88EA-127433DE97FC}" destId="{F8357749-E403-0444-8E00-AEF7DA651600}" srcOrd="5" destOrd="0" presId="urn:microsoft.com/office/officeart/2005/8/layout/cycle3"/>
    <dgm:cxn modelId="{2C9EC85A-873B-0B4D-90B3-8790B9BA91E4}" type="presParOf" srcId="{6E834184-9E92-CC4A-88EA-127433DE97FC}" destId="{C09756C7-0213-274C-87A3-2C4D47E09F80}" srcOrd="6" destOrd="0" presId="urn:microsoft.com/office/officeart/2005/8/layout/cycle3"/>
    <dgm:cxn modelId="{C156490C-3EA4-0845-A337-625D3D20EE98}" type="presParOf" srcId="{6E834184-9E92-CC4A-88EA-127433DE97FC}" destId="{2509C959-E014-3E43-85FC-F34E92ECB20E}" srcOrd="7" destOrd="0" presId="urn:microsoft.com/office/officeart/2005/8/layout/cycle3"/>
    <dgm:cxn modelId="{85A2F94A-263B-9540-B09A-8601BD37A0B5}" type="presParOf" srcId="{6E834184-9E92-CC4A-88EA-127433DE97FC}" destId="{F9F40D65-9334-9849-8247-A6C83A9DF376}" srcOrd="8" destOrd="0" presId="urn:microsoft.com/office/officeart/2005/8/layout/cycle3"/>
    <dgm:cxn modelId="{835B16C5-2396-9348-897C-EA01CFE50377}" type="presParOf" srcId="{6E834184-9E92-CC4A-88EA-127433DE97FC}" destId="{86450B7E-DAA0-3744-83DB-6260E20E7EAA}" srcOrd="9" destOrd="0" presId="urn:microsoft.com/office/officeart/2005/8/layout/cycle3"/>
    <dgm:cxn modelId="{DA9F59FB-28B2-134D-B02B-7DD9A6F92E1E}" type="presParOf" srcId="{6E834184-9E92-CC4A-88EA-127433DE97FC}" destId="{3FDC4AA6-D51D-7048-9475-AC9F9DD71071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3FBD2D-0988-0141-A957-447CE7BAB95A}">
      <dsp:nvSpPr>
        <dsp:cNvPr id="0" name=""/>
        <dsp:cNvSpPr/>
      </dsp:nvSpPr>
      <dsp:spPr>
        <a:xfrm>
          <a:off x="296627" y="-73408"/>
          <a:ext cx="5670384" cy="5670384"/>
        </a:xfrm>
        <a:prstGeom prst="circularArrow">
          <a:avLst>
            <a:gd name="adj1" fmla="val 5544"/>
            <a:gd name="adj2" fmla="val 330680"/>
            <a:gd name="adj3" fmla="val 14871158"/>
            <a:gd name="adj4" fmla="val 16749240"/>
            <a:gd name="adj5" fmla="val 5757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51EF1F-7104-6045-A956-C3928536E3F2}">
      <dsp:nvSpPr>
        <dsp:cNvPr id="0" name=""/>
        <dsp:cNvSpPr/>
      </dsp:nvSpPr>
      <dsp:spPr>
        <a:xfrm>
          <a:off x="2475024" y="5872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Beta testing</a:t>
          </a:r>
          <a:endParaRPr lang="en-US" sz="1200" kern="1200" dirty="0"/>
        </a:p>
      </dsp:txBody>
      <dsp:txXfrm>
        <a:off x="2507086" y="37934"/>
        <a:ext cx="1249466" cy="592671"/>
      </dsp:txXfrm>
    </dsp:sp>
    <dsp:sp modelId="{1FA64BC2-2678-E144-8814-A88AED6D8CE4}">
      <dsp:nvSpPr>
        <dsp:cNvPr id="0" name=""/>
        <dsp:cNvSpPr/>
      </dsp:nvSpPr>
      <dsp:spPr>
        <a:xfrm>
          <a:off x="3896333" y="467683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Mobile-friendly testing</a:t>
          </a:r>
          <a:endParaRPr lang="en-US" sz="1200" kern="1200"/>
        </a:p>
      </dsp:txBody>
      <dsp:txXfrm>
        <a:off x="3928395" y="499745"/>
        <a:ext cx="1249466" cy="592671"/>
      </dsp:txXfrm>
    </dsp:sp>
    <dsp:sp modelId="{8FBC2351-11FE-5A4E-9E6F-BA9DE34CB7D6}">
      <dsp:nvSpPr>
        <dsp:cNvPr id="0" name=""/>
        <dsp:cNvSpPr/>
      </dsp:nvSpPr>
      <dsp:spPr>
        <a:xfrm>
          <a:off x="4774750" y="1676720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Change related testing</a:t>
          </a:r>
          <a:endParaRPr lang="en-US" sz="1200" kern="1200" dirty="0"/>
        </a:p>
      </dsp:txBody>
      <dsp:txXfrm>
        <a:off x="4806812" y="1708782"/>
        <a:ext cx="1249466" cy="592671"/>
      </dsp:txXfrm>
    </dsp:sp>
    <dsp:sp modelId="{392A0604-FC0A-824B-837D-584B441E877A}">
      <dsp:nvSpPr>
        <dsp:cNvPr id="0" name=""/>
        <dsp:cNvSpPr/>
      </dsp:nvSpPr>
      <dsp:spPr>
        <a:xfrm>
          <a:off x="4774750" y="3171172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Security testing</a:t>
          </a:r>
          <a:endParaRPr lang="en-US" sz="1200" kern="1200"/>
        </a:p>
      </dsp:txBody>
      <dsp:txXfrm>
        <a:off x="4806812" y="3203234"/>
        <a:ext cx="1249466" cy="592671"/>
      </dsp:txXfrm>
    </dsp:sp>
    <dsp:sp modelId="{F8357749-E403-0444-8E00-AEF7DA651600}">
      <dsp:nvSpPr>
        <dsp:cNvPr id="0" name=""/>
        <dsp:cNvSpPr/>
      </dsp:nvSpPr>
      <dsp:spPr>
        <a:xfrm>
          <a:off x="3896333" y="4380209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Performance testing</a:t>
          </a:r>
          <a:endParaRPr lang="en-US" sz="1200" kern="1200" dirty="0"/>
        </a:p>
      </dsp:txBody>
      <dsp:txXfrm>
        <a:off x="3928395" y="4412271"/>
        <a:ext cx="1249466" cy="592671"/>
      </dsp:txXfrm>
    </dsp:sp>
    <dsp:sp modelId="{C09756C7-0213-274C-87A3-2C4D47E09F80}">
      <dsp:nvSpPr>
        <dsp:cNvPr id="0" name=""/>
        <dsp:cNvSpPr/>
      </dsp:nvSpPr>
      <dsp:spPr>
        <a:xfrm>
          <a:off x="2475024" y="4842020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Documentation testing</a:t>
          </a:r>
          <a:endParaRPr lang="en-US" sz="1200" kern="1200"/>
        </a:p>
      </dsp:txBody>
      <dsp:txXfrm>
        <a:off x="2507086" y="4874082"/>
        <a:ext cx="1249466" cy="592671"/>
      </dsp:txXfrm>
    </dsp:sp>
    <dsp:sp modelId="{2509C959-E014-3E43-85FC-F34E92ECB20E}">
      <dsp:nvSpPr>
        <dsp:cNvPr id="0" name=""/>
        <dsp:cNvSpPr/>
      </dsp:nvSpPr>
      <dsp:spPr>
        <a:xfrm>
          <a:off x="1053716" y="4380209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Functional testing</a:t>
          </a:r>
          <a:endParaRPr lang="en-US" sz="1200" kern="1200"/>
        </a:p>
      </dsp:txBody>
      <dsp:txXfrm>
        <a:off x="1085778" y="4412271"/>
        <a:ext cx="1249466" cy="592671"/>
      </dsp:txXfrm>
    </dsp:sp>
    <dsp:sp modelId="{F9F40D65-9334-9849-8247-A6C83A9DF376}">
      <dsp:nvSpPr>
        <dsp:cNvPr id="0" name=""/>
        <dsp:cNvSpPr/>
      </dsp:nvSpPr>
      <dsp:spPr>
        <a:xfrm>
          <a:off x="175299" y="3171172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Usability testing</a:t>
          </a:r>
          <a:endParaRPr lang="en-US" sz="1200" kern="1200" dirty="0"/>
        </a:p>
      </dsp:txBody>
      <dsp:txXfrm>
        <a:off x="207361" y="3203234"/>
        <a:ext cx="1249466" cy="592671"/>
      </dsp:txXfrm>
    </dsp:sp>
    <dsp:sp modelId="{86450B7E-DAA0-3744-83DB-6260E20E7EAA}">
      <dsp:nvSpPr>
        <dsp:cNvPr id="0" name=""/>
        <dsp:cNvSpPr/>
      </dsp:nvSpPr>
      <dsp:spPr>
        <a:xfrm>
          <a:off x="175299" y="1676720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UI testing</a:t>
          </a:r>
          <a:endParaRPr lang="en-US" sz="1200" kern="1200"/>
        </a:p>
      </dsp:txBody>
      <dsp:txXfrm>
        <a:off x="207361" y="1708782"/>
        <a:ext cx="1249466" cy="592671"/>
      </dsp:txXfrm>
    </dsp:sp>
    <dsp:sp modelId="{3FDC4AA6-D51D-7048-9475-AC9F9DD71071}">
      <dsp:nvSpPr>
        <dsp:cNvPr id="0" name=""/>
        <dsp:cNvSpPr/>
      </dsp:nvSpPr>
      <dsp:spPr>
        <a:xfrm>
          <a:off x="1053716" y="467683"/>
          <a:ext cx="1313590" cy="6567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Compatibility (Configuration) testing </a:t>
          </a:r>
          <a:endParaRPr lang="en-US" sz="1200" kern="1200"/>
        </a:p>
      </dsp:txBody>
      <dsp:txXfrm>
        <a:off x="1085778" y="499745"/>
        <a:ext cx="1249466" cy="5926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3FBD2D-0988-0141-A957-447CE7BAB95A}">
      <dsp:nvSpPr>
        <dsp:cNvPr id="0" name=""/>
        <dsp:cNvSpPr/>
      </dsp:nvSpPr>
      <dsp:spPr>
        <a:xfrm>
          <a:off x="296627" y="-73408"/>
          <a:ext cx="5670384" cy="5670384"/>
        </a:xfrm>
        <a:prstGeom prst="circularArrow">
          <a:avLst>
            <a:gd name="adj1" fmla="val 5544"/>
            <a:gd name="adj2" fmla="val 330680"/>
            <a:gd name="adj3" fmla="val 14871158"/>
            <a:gd name="adj4" fmla="val 16749240"/>
            <a:gd name="adj5" fmla="val 5757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51EF1F-7104-6045-A956-C3928536E3F2}">
      <dsp:nvSpPr>
        <dsp:cNvPr id="0" name=""/>
        <dsp:cNvSpPr/>
      </dsp:nvSpPr>
      <dsp:spPr>
        <a:xfrm>
          <a:off x="2475024" y="5872"/>
          <a:ext cx="1313590" cy="656795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Beta testing</a:t>
          </a:r>
          <a:endParaRPr lang="en-US" sz="1200" kern="1200" dirty="0"/>
        </a:p>
      </dsp:txBody>
      <dsp:txXfrm>
        <a:off x="2507086" y="37934"/>
        <a:ext cx="1249466" cy="592671"/>
      </dsp:txXfrm>
    </dsp:sp>
    <dsp:sp modelId="{1FA64BC2-2678-E144-8814-A88AED6D8CE4}">
      <dsp:nvSpPr>
        <dsp:cNvPr id="0" name=""/>
        <dsp:cNvSpPr/>
      </dsp:nvSpPr>
      <dsp:spPr>
        <a:xfrm>
          <a:off x="3896333" y="467683"/>
          <a:ext cx="1313590" cy="656795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Mobile-friendly testing</a:t>
          </a:r>
          <a:endParaRPr lang="en-US" sz="1200" kern="1200" dirty="0"/>
        </a:p>
      </dsp:txBody>
      <dsp:txXfrm>
        <a:off x="3928395" y="499745"/>
        <a:ext cx="1249466" cy="592671"/>
      </dsp:txXfrm>
    </dsp:sp>
    <dsp:sp modelId="{8FBC2351-11FE-5A4E-9E6F-BA9DE34CB7D6}">
      <dsp:nvSpPr>
        <dsp:cNvPr id="0" name=""/>
        <dsp:cNvSpPr/>
      </dsp:nvSpPr>
      <dsp:spPr>
        <a:xfrm>
          <a:off x="4774750" y="1676720"/>
          <a:ext cx="1313590" cy="656795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Change related testing</a:t>
          </a:r>
          <a:endParaRPr lang="en-US" sz="1200" kern="1200" dirty="0"/>
        </a:p>
      </dsp:txBody>
      <dsp:txXfrm>
        <a:off x="4806812" y="1708782"/>
        <a:ext cx="1249466" cy="592671"/>
      </dsp:txXfrm>
    </dsp:sp>
    <dsp:sp modelId="{392A0604-FC0A-824B-837D-584B441E877A}">
      <dsp:nvSpPr>
        <dsp:cNvPr id="0" name=""/>
        <dsp:cNvSpPr/>
      </dsp:nvSpPr>
      <dsp:spPr>
        <a:xfrm>
          <a:off x="4774750" y="3171172"/>
          <a:ext cx="1313590" cy="656795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Security testing</a:t>
          </a:r>
          <a:endParaRPr lang="en-US" sz="1200" kern="1200" dirty="0"/>
        </a:p>
      </dsp:txBody>
      <dsp:txXfrm>
        <a:off x="4806812" y="3203234"/>
        <a:ext cx="1249466" cy="592671"/>
      </dsp:txXfrm>
    </dsp:sp>
    <dsp:sp modelId="{F8357749-E403-0444-8E00-AEF7DA651600}">
      <dsp:nvSpPr>
        <dsp:cNvPr id="0" name=""/>
        <dsp:cNvSpPr/>
      </dsp:nvSpPr>
      <dsp:spPr>
        <a:xfrm>
          <a:off x="3896333" y="4380209"/>
          <a:ext cx="1313590" cy="656795"/>
        </a:xfrm>
        <a:prstGeom prst="roundRect">
          <a:avLst/>
        </a:prstGeom>
        <a:solidFill>
          <a:schemeClr val="dk1"/>
        </a:solidFill>
        <a:ln w="25400" cap="flat" cmpd="sng" algn="ctr">
          <a:solidFill>
            <a:schemeClr val="dk1">
              <a:shade val="15000"/>
            </a:schemeClr>
          </a:solidFill>
          <a:prstDash val="solid"/>
        </a:ln>
        <a:effectLst/>
      </dsp:spPr>
      <dsp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>
              <a:solidFill>
                <a:schemeClr val="bg1"/>
              </a:solidFill>
            </a:rPr>
            <a:t>Performance testing</a:t>
          </a:r>
          <a:endParaRPr lang="en-US" sz="1200" kern="1200" dirty="0">
            <a:solidFill>
              <a:schemeClr val="bg1"/>
            </a:solidFill>
          </a:endParaRPr>
        </a:p>
      </dsp:txBody>
      <dsp:txXfrm>
        <a:off x="3928395" y="4412271"/>
        <a:ext cx="1249466" cy="592671"/>
      </dsp:txXfrm>
    </dsp:sp>
    <dsp:sp modelId="{C09756C7-0213-274C-87A3-2C4D47E09F80}">
      <dsp:nvSpPr>
        <dsp:cNvPr id="0" name=""/>
        <dsp:cNvSpPr/>
      </dsp:nvSpPr>
      <dsp:spPr>
        <a:xfrm>
          <a:off x="2475024" y="4842020"/>
          <a:ext cx="1313590" cy="656795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/>
            <a:t>Documentation testing</a:t>
          </a:r>
          <a:endParaRPr lang="en-US" sz="1200" kern="1200"/>
        </a:p>
      </dsp:txBody>
      <dsp:txXfrm>
        <a:off x="2507086" y="4874082"/>
        <a:ext cx="1249466" cy="592671"/>
      </dsp:txXfrm>
    </dsp:sp>
    <dsp:sp modelId="{2509C959-E014-3E43-85FC-F34E92ECB20E}">
      <dsp:nvSpPr>
        <dsp:cNvPr id="0" name=""/>
        <dsp:cNvSpPr/>
      </dsp:nvSpPr>
      <dsp:spPr>
        <a:xfrm>
          <a:off x="1053716" y="4380209"/>
          <a:ext cx="1313590" cy="656795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accent2">
              <a:shade val="15000"/>
            </a:schemeClr>
          </a:solidFill>
          <a:prstDash val="solid"/>
        </a:ln>
        <a:effectLst/>
      </dsp:spPr>
      <dsp:style>
        <a:lnRef idx="2">
          <a:schemeClr val="accent2">
            <a:shade val="15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>
              <a:solidFill>
                <a:schemeClr val="tx1"/>
              </a:solidFill>
            </a:rPr>
            <a:t>Functional testing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1085778" y="4412271"/>
        <a:ext cx="1249466" cy="592671"/>
      </dsp:txXfrm>
    </dsp:sp>
    <dsp:sp modelId="{F9F40D65-9334-9849-8247-A6C83A9DF376}">
      <dsp:nvSpPr>
        <dsp:cNvPr id="0" name=""/>
        <dsp:cNvSpPr/>
      </dsp:nvSpPr>
      <dsp:spPr>
        <a:xfrm>
          <a:off x="175299" y="3171172"/>
          <a:ext cx="1313590" cy="656795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accent2">
              <a:shade val="15000"/>
            </a:schemeClr>
          </a:solidFill>
          <a:prstDash val="solid"/>
        </a:ln>
        <a:effectLst/>
      </dsp:spPr>
      <dsp:style>
        <a:lnRef idx="2">
          <a:schemeClr val="accent2">
            <a:shade val="15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>
              <a:solidFill>
                <a:schemeClr val="tx1"/>
              </a:solidFill>
            </a:rPr>
            <a:t>Usability testing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07361" y="3203234"/>
        <a:ext cx="1249466" cy="592671"/>
      </dsp:txXfrm>
    </dsp:sp>
    <dsp:sp modelId="{86450B7E-DAA0-3744-83DB-6260E20E7EAA}">
      <dsp:nvSpPr>
        <dsp:cNvPr id="0" name=""/>
        <dsp:cNvSpPr/>
      </dsp:nvSpPr>
      <dsp:spPr>
        <a:xfrm>
          <a:off x="175299" y="1676720"/>
          <a:ext cx="1313590" cy="656795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accent2">
              <a:shade val="15000"/>
            </a:schemeClr>
          </a:solidFill>
          <a:prstDash val="solid"/>
        </a:ln>
        <a:effectLst/>
      </dsp:spPr>
      <dsp:style>
        <a:lnRef idx="2">
          <a:schemeClr val="accent2">
            <a:shade val="15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>
              <a:solidFill>
                <a:schemeClr val="tx1"/>
              </a:solidFill>
            </a:rPr>
            <a:t>UI testing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207361" y="1708782"/>
        <a:ext cx="1249466" cy="592671"/>
      </dsp:txXfrm>
    </dsp:sp>
    <dsp:sp modelId="{3FDC4AA6-D51D-7048-9475-AC9F9DD71071}">
      <dsp:nvSpPr>
        <dsp:cNvPr id="0" name=""/>
        <dsp:cNvSpPr/>
      </dsp:nvSpPr>
      <dsp:spPr>
        <a:xfrm>
          <a:off x="1053716" y="467683"/>
          <a:ext cx="1313590" cy="656795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Compatibility (Configuration) testing </a:t>
          </a:r>
          <a:endParaRPr lang="en-US" sz="1200" kern="1200" dirty="0"/>
        </a:p>
      </dsp:txBody>
      <dsp:txXfrm>
        <a:off x="1085778" y="499745"/>
        <a:ext cx="1249466" cy="592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596572" y="1432830"/>
            <a:ext cx="5069272" cy="10287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1pPr>
            <a:lvl2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2pPr>
            <a:lvl3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3pPr>
            <a:lvl4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4pPr>
            <a:lvl5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Picture Placeholder 7"/>
          <p:cNvSpPr>
            <a:spLocks noGrp="1"/>
          </p:cNvSpPr>
          <p:nvPr>
            <p:ph type="pic" idx="13"/>
          </p:nvPr>
        </p:nvSpPr>
        <p:spPr>
          <a:xfrm>
            <a:off x="7074638" y="0"/>
            <a:ext cx="5117362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1pPr>
            <a:lvl2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2pPr>
            <a:lvl3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3pPr>
            <a:lvl4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4pPr>
            <a:lvl5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596571" y="1977275"/>
            <a:ext cx="2638604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Oval 9"/>
          <p:cNvSpPr/>
          <p:nvPr/>
        </p:nvSpPr>
        <p:spPr>
          <a:xfrm>
            <a:off x="5883283" y="1060172"/>
            <a:ext cx="7261609" cy="7261609"/>
          </a:xfrm>
          <a:prstGeom prst="ellipse">
            <a:avLst/>
          </a:prstGeom>
          <a:ln w="6350">
            <a:solidFill>
              <a:srgbClr val="000000">
                <a:alpha val="10000"/>
              </a:srgbClr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4736929" y="1977275"/>
            <a:ext cx="2638603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7877286" y="1977275"/>
            <a:ext cx="2638603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73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93" y="1277827"/>
            <a:ext cx="7881707" cy="4627673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Picture Placeholder 4"/>
          <p:cNvSpPr>
            <a:spLocks noGrp="1"/>
          </p:cNvSpPr>
          <p:nvPr>
            <p:ph type="pic" sz="half" idx="13"/>
          </p:nvPr>
        </p:nvSpPr>
        <p:spPr>
          <a:xfrm>
            <a:off x="5109454" y="1602012"/>
            <a:ext cx="5952246" cy="37319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1596570" y="2389411"/>
            <a:ext cx="4187373" cy="17834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1pPr>
            <a:lvl2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2pPr>
            <a:lvl3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3pPr>
            <a:lvl4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4pPr>
            <a:lvl5pPr>
              <a:lnSpc>
                <a:spcPct val="100000"/>
              </a:lnSpc>
              <a:defRPr sz="900" i="1">
                <a:solidFill>
                  <a:srgbClr val="000000">
                    <a:alpha val="70000"/>
                  </a:srgbClr>
                </a:solidFill>
                <a:latin typeface="Open Sans Regular"/>
                <a:ea typeface="Open Sans Regular"/>
                <a:cs typeface="Open Sans Regular"/>
                <a:sym typeface="Open Sans Regular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>
              <a:defRPr sz="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0FDE9-0D7E-5E5E-7B53-BA78C7679C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44350" y="6626860"/>
            <a:ext cx="5349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1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</p:sldLayoutIdLst>
  <p:transition spd="med"/>
  <p:txStyles>
    <p:titleStyle>
      <a:lvl1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1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2641362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3098522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3555680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4012838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716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433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71494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866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582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42989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20015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732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alidator.w3.org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hyperlink" Target="https://jigsaw.w3.org/css-validator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site24x7.com/tools/javascript-validator.html" TargetMode="External"/><Relationship Id="rId7" Type="http://schemas.openxmlformats.org/officeDocument/2006/relationships/hyperlink" Target="https://validatejavascript.com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alidatejs.org/" TargetMode="External"/><Relationship Id="rId5" Type="http://schemas.openxmlformats.org/officeDocument/2006/relationships/hyperlink" Target="https://beautifytools.com/javascript-validator.php" TargetMode="External"/><Relationship Id="rId4" Type="http://schemas.openxmlformats.org/officeDocument/2006/relationships/hyperlink" Target="https://esprima.org/demo/validate.html" TargetMode="Externa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aim.org/standards/wcag/checklist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hoto-1519241047957-be31d7379a5d.jpeg" descr="photo-1519241047957-be31d7379a5d.jpeg"/>
          <p:cNvPicPr>
            <a:picLocks noChangeAspect="1"/>
          </p:cNvPicPr>
          <p:nvPr/>
        </p:nvPicPr>
        <p:blipFill>
          <a:blip r:embed="rId2"/>
          <a:srcRect l="1148" t="17290" r="1148" b="305"/>
          <a:stretch>
            <a:fillRect/>
          </a:stretch>
        </p:blipFill>
        <p:spPr>
          <a:xfrm>
            <a:off x="-2382" y="0"/>
            <a:ext cx="12196764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Rectangle"/>
          <p:cNvSpPr/>
          <p:nvPr/>
        </p:nvSpPr>
        <p:spPr>
          <a:xfrm>
            <a:off x="-25400" y="-12700"/>
            <a:ext cx="12242800" cy="6883400"/>
          </a:xfrm>
          <a:prstGeom prst="rect">
            <a:avLst/>
          </a:prstGeom>
          <a:solidFill>
            <a:srgbClr val="000000">
              <a:alpha val="6503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8" name="Server Side Development"/>
          <p:cNvSpPr txBox="1">
            <a:spLocks noGrp="1"/>
          </p:cNvSpPr>
          <p:nvPr>
            <p:ph type="title" idx="4294967295"/>
          </p:nvPr>
        </p:nvSpPr>
        <p:spPr>
          <a:xfrm>
            <a:off x="1596570" y="2389411"/>
            <a:ext cx="4187373" cy="17834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spc="-200">
                <a:solidFill>
                  <a:srgbClr val="FFFFFF"/>
                </a:solidFill>
              </a:defRPr>
            </a:lvl1pPr>
          </a:lstStyle>
          <a:p>
            <a:r>
              <a:rPr lang="en-AU" dirty="0"/>
              <a:t>Testing</a:t>
            </a:r>
            <a:endParaRPr dirty="0"/>
          </a:p>
        </p:txBody>
      </p:sp>
      <p:pic>
        <p:nvPicPr>
          <p:cNvPr id="9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876" y="5900382"/>
            <a:ext cx="1411290" cy="6587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Placeholder 1" descr="Picture Placeholder 1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3054" b="3054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26" name="Title 2"/>
          <p:cNvSpPr txBox="1">
            <a:spLocks noGrp="1"/>
          </p:cNvSpPr>
          <p:nvPr>
            <p:ph type="title"/>
          </p:nvPr>
        </p:nvSpPr>
        <p:spPr>
          <a:xfrm>
            <a:off x="1596570" y="2389411"/>
            <a:ext cx="4187373" cy="1783444"/>
          </a:xfrm>
          <a:prstGeom prst="rect">
            <a:avLst/>
          </a:prstGeom>
        </p:spPr>
        <p:txBody>
          <a:bodyPr/>
          <a:lstStyle/>
          <a:p>
            <a:pPr>
              <a:defRPr spc="-200"/>
            </a:pPr>
            <a:r>
              <a:t>What </a:t>
            </a:r>
          </a:p>
          <a:p>
            <a:pPr>
              <a:defRPr spc="-200"/>
            </a:pPr>
            <a:r>
              <a:t>Will We </a:t>
            </a:r>
          </a:p>
          <a:p>
            <a:pPr>
              <a:defRPr spc="-200"/>
            </a:pPr>
            <a:r>
              <a:t>Learn?</a:t>
            </a:r>
          </a:p>
        </p:txBody>
      </p:sp>
      <p:sp>
        <p:nvSpPr>
          <p:cNvPr id="12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28" name="Text Placeholder 4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sp>
        <p:nvSpPr>
          <p:cNvPr id="129" name="TextBox 5"/>
          <p:cNvSpPr txBox="1"/>
          <p:nvPr/>
        </p:nvSpPr>
        <p:spPr>
          <a:xfrm>
            <a:off x="1596570" y="5348404"/>
            <a:ext cx="1984831" cy="167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r>
              <a:rPr lang="en-AU" dirty="0"/>
              <a:t>Just the facts!</a:t>
            </a:r>
            <a:endParaRPr dirty="0"/>
          </a:p>
        </p:txBody>
      </p:sp>
      <p:sp>
        <p:nvSpPr>
          <p:cNvPr id="130" name="TextBox 6"/>
          <p:cNvSpPr txBox="1"/>
          <p:nvPr/>
        </p:nvSpPr>
        <p:spPr>
          <a:xfrm>
            <a:off x="1596569" y="5113549"/>
            <a:ext cx="602729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accent3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dirty="0">
                <a:solidFill>
                  <a:srgbClr val="00B0F0"/>
                </a:solidFill>
              </a:rPr>
              <a:t>Testing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131" name="Rectangle"/>
          <p:cNvSpPr/>
          <p:nvPr/>
        </p:nvSpPr>
        <p:spPr>
          <a:xfrm>
            <a:off x="5113276" y="1538499"/>
            <a:ext cx="5945541" cy="3858841"/>
          </a:xfrm>
          <a:prstGeom prst="rect">
            <a:avLst/>
          </a:prstGeom>
          <a:solidFill>
            <a:srgbClr val="000000">
              <a:alpha val="29401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000000">
                    <a:alpha val="25321"/>
                  </a:srgbClr>
                </a:solidFill>
              </a:defRPr>
            </a:pPr>
            <a:endParaRPr/>
          </a:p>
        </p:txBody>
      </p:sp>
      <p:sp>
        <p:nvSpPr>
          <p:cNvPr id="132" name="?"/>
          <p:cNvSpPr txBox="1"/>
          <p:nvPr/>
        </p:nvSpPr>
        <p:spPr>
          <a:xfrm>
            <a:off x="7100139" y="2986101"/>
            <a:ext cx="1970875" cy="178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ctr" defTabSz="758883">
              <a:lnSpc>
                <a:spcPct val="75000"/>
              </a:lnSpc>
              <a:defRPr sz="11620" b="1" spc="-581">
                <a:solidFill>
                  <a:srgbClr val="FFFFFF"/>
                </a:solidFill>
              </a:defRPr>
            </a:lvl1pPr>
          </a:lstStyle>
          <a:p>
            <a:r>
              <a:rPr dirty="0"/>
              <a:t>?</a:t>
            </a:r>
          </a:p>
        </p:txBody>
      </p:sp>
      <p:pic>
        <p:nvPicPr>
          <p:cNvPr id="12" name="Picture 11" descr="A picture containing star, dark, night, black&#10;&#10;Description automatically generated">
            <a:extLst>
              <a:ext uri="{FF2B5EF4-FFF2-40B4-BE49-F238E27FC236}">
                <a16:creationId xmlns:a16="http://schemas.microsoft.com/office/drawing/2014/main" id="{D55E1B7B-4046-654D-86F2-70E5599B8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645" y="5725054"/>
            <a:ext cx="2219140" cy="100063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93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596572" y="992226"/>
            <a:ext cx="3006426" cy="914401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sp>
        <p:nvSpPr>
          <p:cNvPr id="194" name="Language"/>
          <p:cNvSpPr txBox="1">
            <a:spLocks noGrp="1"/>
          </p:cNvSpPr>
          <p:nvPr>
            <p:ph type="title" idx="4294967295"/>
          </p:nvPr>
        </p:nvSpPr>
        <p:spPr>
          <a:xfrm>
            <a:off x="1571172" y="416830"/>
            <a:ext cx="5069272" cy="741711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3600"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How complex is testing?</a:t>
            </a:r>
            <a:r>
              <a:rPr dirty="0"/>
              <a:t> </a:t>
            </a:r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F69FD99E-6C15-900E-7299-E76D56A8B1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1329710"/>
              </p:ext>
            </p:extLst>
          </p:nvPr>
        </p:nvGraphicFramePr>
        <p:xfrm>
          <a:off x="5093208" y="992226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91359-56BE-27BF-30D7-757A9A356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lide Number Placeholder 1">
            <a:extLst>
              <a:ext uri="{FF2B5EF4-FFF2-40B4-BE49-F238E27FC236}">
                <a16:creationId xmlns:a16="http://schemas.microsoft.com/office/drawing/2014/main" id="{1DDFAE48-2CDB-9212-76DA-57E48C7886E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93" name="Text Placeholder 2">
            <a:extLst>
              <a:ext uri="{FF2B5EF4-FFF2-40B4-BE49-F238E27FC236}">
                <a16:creationId xmlns:a16="http://schemas.microsoft.com/office/drawing/2014/main" id="{32AA054A-D039-55DE-A6E7-0C47C133A8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596572" y="992226"/>
            <a:ext cx="3006426" cy="914401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sp>
        <p:nvSpPr>
          <p:cNvPr id="194" name="Language">
            <a:extLst>
              <a:ext uri="{FF2B5EF4-FFF2-40B4-BE49-F238E27FC236}">
                <a16:creationId xmlns:a16="http://schemas.microsoft.com/office/drawing/2014/main" id="{915FEE77-EE65-4E0B-69ED-2458A16B0AD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571172" y="416830"/>
            <a:ext cx="5069272" cy="7417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Our Focus?</a:t>
            </a:r>
            <a:r>
              <a:rPr dirty="0"/>
              <a:t> </a:t>
            </a:r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C8725F29-C8B6-9CBF-F1D2-5F22E4ECC2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2951348"/>
              </p:ext>
            </p:extLst>
          </p:nvPr>
        </p:nvGraphicFramePr>
        <p:xfrm>
          <a:off x="5093208" y="992226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454180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Functionality Testing</a:t>
            </a:r>
            <a:endParaRPr dirty="0"/>
          </a:p>
        </p:txBody>
      </p:sp>
      <p:sp>
        <p:nvSpPr>
          <p:cNvPr id="156" name="Slide Number Placeholder 2"/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57" name="Text Placeholder 3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/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/>
          <p:cNvSpPr txBox="1"/>
          <p:nvPr/>
        </p:nvSpPr>
        <p:spPr>
          <a:xfrm>
            <a:off x="1596569" y="2638928"/>
            <a:ext cx="5117307" cy="3813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your webpage in multiple browsers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Chrome, Firefox, Safari.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Chromium browsers: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Chromium, Chrome, Brave, Edge, Opera, Samsung Internet, </a:t>
            </a:r>
            <a:r>
              <a:rPr lang="en-AU" sz="1600" dirty="0" err="1"/>
              <a:t>Maxthon</a:t>
            </a:r>
            <a:r>
              <a:rPr lang="en-AU" sz="1600" dirty="0"/>
              <a:t>, Avast Secure Browser, Yandex, Vivaldi, Arc, UC Browser, Puffin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Browsers based on Firefox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Firefox, </a:t>
            </a:r>
            <a:r>
              <a:rPr lang="en-AU" sz="1600" dirty="0" err="1"/>
              <a:t>Waterfox</a:t>
            </a:r>
            <a:r>
              <a:rPr lang="en-AU" sz="1600" dirty="0"/>
              <a:t>, </a:t>
            </a:r>
            <a:r>
              <a:rPr lang="en-AU" sz="1600" dirty="0" err="1"/>
              <a:t>Mullvad</a:t>
            </a:r>
            <a:r>
              <a:rPr lang="en-AU" sz="1600" dirty="0"/>
              <a:t> 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Independent browsers: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Safari, Tor</a:t>
            </a:r>
            <a:endParaRPr sz="1600" dirty="0"/>
          </a:p>
        </p:txBody>
      </p:sp>
      <p:sp>
        <p:nvSpPr>
          <p:cNvPr id="160" name="TextBox 7"/>
          <p:cNvSpPr txBox="1"/>
          <p:nvPr/>
        </p:nvSpPr>
        <p:spPr>
          <a:xfrm>
            <a:off x="1596569" y="2293041"/>
            <a:ext cx="247022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Browser accessibility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9C0268D7-7AA1-6443-A2C4-CDA277721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344BE-F145-3542-E4A3-3276699AE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AB7FD8F4-4B7C-83A3-FB09-86D2415615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Functionality Testing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B3F240EB-31A9-FA8C-32C6-391D542E98E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8B6A8C5D-D2DF-484E-F798-5C7DDBFF93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B60D2174-D9E5-5DCF-E5D7-3CD196E3ED24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D3698215-4D11-FFF9-122B-AA53B0C4ED4C}"/>
              </a:ext>
            </a:extLst>
          </p:cNvPr>
          <p:cNvSpPr txBox="1"/>
          <p:nvPr/>
        </p:nvSpPr>
        <p:spPr>
          <a:xfrm>
            <a:off x="1596569" y="2821651"/>
            <a:ext cx="5117307" cy="56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your webpage in multiple browsers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Chrome, Firefox, Safari</a:t>
            </a:r>
            <a:endParaRPr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480B9919-3967-6095-4E7D-A8CD4191E643}"/>
              </a:ext>
            </a:extLst>
          </p:cNvPr>
          <p:cNvSpPr txBox="1"/>
          <p:nvPr/>
        </p:nvSpPr>
        <p:spPr>
          <a:xfrm>
            <a:off x="1596569" y="2293041"/>
            <a:ext cx="247022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Browser accessibility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63043AB6-D858-E066-30C1-3A60CF979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B8E679B3-3C2F-F152-06E6-00C0698A1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EE42AF-0772-68A1-EC16-0D9F3A9A12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215" r="1132" b="12589"/>
          <a:stretch/>
        </p:blipFill>
        <p:spPr>
          <a:xfrm>
            <a:off x="604071" y="801813"/>
            <a:ext cx="10859547" cy="516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9989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E0203-06F8-948E-C4D8-DC8EE356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CEC94EE6-6215-07C1-55A9-44AC86E14E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Functionality Testing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A9A479BA-39EF-4503-BF09-70A69E4B7EE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043066A6-F228-4BE7-6265-B684B0FECF8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914CCC89-5A61-25C6-57B7-E129D320834B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F586DC77-2888-7712-45A8-EF4F05CC70BB}"/>
              </a:ext>
            </a:extLst>
          </p:cNvPr>
          <p:cNvSpPr txBox="1"/>
          <p:nvPr/>
        </p:nvSpPr>
        <p:spPr>
          <a:xfrm>
            <a:off x="1596569" y="2638928"/>
            <a:ext cx="5117307" cy="3222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your HTML via the W3C validation service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This checks your HTML document vs the HTML standard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hlinkClick r:id="rId3"/>
              </a:rPr>
              <a:t>https://validator.w3.org/</a:t>
            </a: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your CSS via the W3C validation service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This check your CSS file vs the CSS standard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hlinkClick r:id="rId4"/>
              </a:rPr>
              <a:t>https://jigsaw.w3.org/css-validator/</a:t>
            </a: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036A9485-7678-CDA9-F033-3063FCF07609}"/>
              </a:ext>
            </a:extLst>
          </p:cNvPr>
          <p:cNvSpPr txBox="1"/>
          <p:nvPr/>
        </p:nvSpPr>
        <p:spPr>
          <a:xfrm>
            <a:off x="1596569" y="2293041"/>
            <a:ext cx="118942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Validation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E33F8754-712E-5DEA-708A-578A42870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618B20EB-5F4D-0858-421B-FB2D4E5CB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255856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A3259-257B-6B37-72D8-E212C8194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135CB0C7-C34C-7652-5F4F-BECE765BD3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Functionality Testing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7E26C9C7-A89C-88D2-6D86-3066BF04F43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78BE4563-D751-65EE-1C51-2262B3A281D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FA17EA02-C35A-536E-FBF5-B04C252C7BDA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FD702EC0-AC83-C927-FECC-F8C4EFE934BB}"/>
              </a:ext>
            </a:extLst>
          </p:cNvPr>
          <p:cNvSpPr txBox="1"/>
          <p:nvPr/>
        </p:nvSpPr>
        <p:spPr>
          <a:xfrm>
            <a:off x="1596569" y="2638928"/>
            <a:ext cx="5117307" cy="3813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There are tools we can use to validate JS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We can use Node tools to test JS vs the standards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There are some online tools to test our JS code too.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hlinkClick r:id="rId3"/>
              </a:rPr>
              <a:t>https://www.site24x7.com/tools/javascript-validator.html</a:t>
            </a: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hlinkClick r:id="rId4"/>
              </a:rPr>
              <a:t>https://esprima.org/demo/validate.html</a:t>
            </a: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hlinkClick r:id="rId5"/>
              </a:rPr>
              <a:t>https://beautifytools.com/javascript-validator.php</a:t>
            </a: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hlinkClick r:id="rId6"/>
              </a:rPr>
              <a:t>https://validatejs.org/</a:t>
            </a: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hlinkClick r:id="rId7"/>
              </a:rPr>
              <a:t>https://validatejavascript.com/</a:t>
            </a: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BF5A5F0D-E775-01E4-2E00-56412D31F138}"/>
              </a:ext>
            </a:extLst>
          </p:cNvPr>
          <p:cNvSpPr txBox="1"/>
          <p:nvPr/>
        </p:nvSpPr>
        <p:spPr>
          <a:xfrm>
            <a:off x="1596569" y="2293041"/>
            <a:ext cx="256640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Validation - JavaScript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FD4DBFC6-7A70-1BF8-D301-E26B0740EB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C1197AE-3FEA-F4B7-D320-4D0F2D9CBD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0066427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EE7F1-CEA1-FA60-2A7F-95F35863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FAD29E81-874A-12B4-B449-06ECEF4E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Functionality Testing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3205BCC1-9853-3B18-B97A-1AE24563027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9E6DC1A5-EB08-4B9A-5F26-398830D2DFE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56161D75-8C91-498B-02F7-D6640A9DF017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61D680F1-304A-FE42-ED4E-D98F2D319F13}"/>
              </a:ext>
            </a:extLst>
          </p:cNvPr>
          <p:cNvSpPr txBox="1"/>
          <p:nvPr/>
        </p:nvSpPr>
        <p:spPr>
          <a:xfrm>
            <a:off x="1596569" y="2638928"/>
            <a:ext cx="5117307" cy="2632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your JavaScript functionality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that all functions work as expected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for invalid inputs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for valid inputs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Try to break your app here!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Create a checklist of tests to do.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1115DAB6-C958-291E-AAC1-9C5BBDB7F75A}"/>
              </a:ext>
            </a:extLst>
          </p:cNvPr>
          <p:cNvSpPr txBox="1"/>
          <p:nvPr/>
        </p:nvSpPr>
        <p:spPr>
          <a:xfrm>
            <a:off x="1596569" y="2293041"/>
            <a:ext cx="18434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Feature Testing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34764942-7590-68C1-3933-402A90067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779E83B3-EC35-6036-9003-71E0A7F90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301674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5B2B2-5118-D404-A691-BC6344927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BF5D5E13-33C5-90EF-5B45-93C6987E69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Accessibility Testing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E3578B00-E6AA-D540-EC0E-3D7723D87F4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B6872337-CC3D-CC00-870D-130A4E428E3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FEAB036D-3E3F-907B-FCC8-FF45CFD17038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F3572D22-F759-0F69-6DF7-74934D3DC811}"/>
              </a:ext>
            </a:extLst>
          </p:cNvPr>
          <p:cNvSpPr txBox="1"/>
          <p:nvPr/>
        </p:nvSpPr>
        <p:spPr>
          <a:xfrm>
            <a:off x="1596569" y="2638928"/>
            <a:ext cx="5117307" cy="4109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Use a checklist for accessibility.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We are testing her against WCAG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>
                <a:hlinkClick r:id="rId3"/>
              </a:rPr>
              <a:t>https://webaim.org/standards/wcag/checklist</a:t>
            </a:r>
            <a:endParaRPr lang="en-AU" sz="16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Remember to check for: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Colour contrasts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Logic of your pages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Navigation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Content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How your pages can be read in monochrome or without stylesheets.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9FE68041-8810-1DFA-BB40-924C5F8B9DD9}"/>
              </a:ext>
            </a:extLst>
          </p:cNvPr>
          <p:cNvSpPr txBox="1"/>
          <p:nvPr/>
        </p:nvSpPr>
        <p:spPr>
          <a:xfrm>
            <a:off x="1596569" y="2293041"/>
            <a:ext cx="276838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Testing for Accessibility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DB0CD6BE-BD4A-AB09-86B8-E42891A79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89DD188D-175C-354A-13B5-A1A246EE7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0808092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1503A-9879-DDBD-0C19-13C0ABAD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25B55B59-4788-87D4-28DF-1F619D6C5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Accessibility Testing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C8B26706-47D7-E928-8A77-39F7CA341A8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EC7E523C-EBFC-D784-D7E3-291DB659CB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001AA0E5-B76E-B39E-C687-2AA88C480034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F0639D18-6E3B-8B6C-AF1F-78E419703613}"/>
              </a:ext>
            </a:extLst>
          </p:cNvPr>
          <p:cNvSpPr txBox="1"/>
          <p:nvPr/>
        </p:nvSpPr>
        <p:spPr>
          <a:xfrm>
            <a:off x="1596569" y="2638928"/>
            <a:ext cx="5117307" cy="233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There are tools that can be used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Different websites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Browser addons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Various checklists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the useful-links.txt file in Brightspace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5C4AC85C-F6B2-DAE6-9FF4-22AB1F8800E7}"/>
              </a:ext>
            </a:extLst>
          </p:cNvPr>
          <p:cNvSpPr txBox="1"/>
          <p:nvPr/>
        </p:nvSpPr>
        <p:spPr>
          <a:xfrm>
            <a:off x="1596569" y="2293041"/>
            <a:ext cx="63959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Tools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421BFA0F-9DFE-0D55-C1FD-689D8BAD9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E221AD4B-2DC5-37DA-FD56-B2444AA11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0613723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828A2-D11B-17E3-01CB-784A2A2BC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9A2A18C2-6B01-92E4-E2E4-87254F7382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UI Testing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E6802DCA-6C2F-456C-88CC-C116E8124AA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31ADBBF5-3FA6-8A09-ED0E-4E9253F057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938638E5-A33A-9A67-A2F2-79C4ED095669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063F60E8-4AC6-B2FB-ED53-F1BE82177F2E}"/>
              </a:ext>
            </a:extLst>
          </p:cNvPr>
          <p:cNvSpPr txBox="1"/>
          <p:nvPr/>
        </p:nvSpPr>
        <p:spPr>
          <a:xfrm>
            <a:off x="1596569" y="2638928"/>
            <a:ext cx="5117307" cy="1450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your HTML via the W3C validation service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your CSS via the W3C validation service</a:t>
            </a:r>
          </a:p>
          <a:p>
            <a:pPr marL="100263" lvl="1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Check your JS via one of the earlier links.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58537C3A-9169-BA33-FB06-7E46F725ADC7}"/>
              </a:ext>
            </a:extLst>
          </p:cNvPr>
          <p:cNvSpPr txBox="1"/>
          <p:nvPr/>
        </p:nvSpPr>
        <p:spPr>
          <a:xfrm>
            <a:off x="1596569" y="2293041"/>
            <a:ext cx="118942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Validation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9FC3DD6D-0DEE-E323-22C2-2FAB046F8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FD3465A1-E81A-4F25-D96B-EDD969E6B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1434944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C4D17-501A-28A8-2CEA-41FCBBEB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F7261633-91B5-770E-990C-52DDA516A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UI Testing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6429A73A-D263-628C-09A3-08A18E27985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96D95AED-FEA6-EA5B-E215-5FA6F3109D1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7D3DC40E-99D8-48D5-498B-730E9FB6A8B0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03FE60E6-BD14-01FE-7988-6DC5EBA48BBD}"/>
              </a:ext>
            </a:extLst>
          </p:cNvPr>
          <p:cNvSpPr txBox="1"/>
          <p:nvPr/>
        </p:nvSpPr>
        <p:spPr>
          <a:xfrm>
            <a:off x="1596569" y="2638928"/>
            <a:ext cx="5117307" cy="1745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We should create use case diagrams for the system 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Document the use cases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Test these use cases and record the results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Refer to week 6 for use case diagrams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5E51665C-A9C8-30B8-9326-DE6563418A02}"/>
              </a:ext>
            </a:extLst>
          </p:cNvPr>
          <p:cNvSpPr txBox="1"/>
          <p:nvPr/>
        </p:nvSpPr>
        <p:spPr>
          <a:xfrm>
            <a:off x="1596569" y="2293041"/>
            <a:ext cx="121187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Use Cases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265DB0FE-AEE7-7AA0-698D-9EE0A88B5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57BE6DC9-0671-2B1D-7B3D-573A3B86A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0911052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962D8-65B3-4E09-CF89-D953F4B8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B62DA87F-AA8D-2514-790C-AAA5B4C77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Testing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FA528089-66D5-CE16-B00D-B71A9D90A10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6AFF6E5D-9761-ACD8-125B-397B97FBF67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845B8BA5-79A3-B147-6B94-37E554B7C0EE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9A68D49D-567B-FE43-F53D-E7C32849B588}"/>
              </a:ext>
            </a:extLst>
          </p:cNvPr>
          <p:cNvSpPr txBox="1"/>
          <p:nvPr/>
        </p:nvSpPr>
        <p:spPr>
          <a:xfrm>
            <a:off x="1596569" y="2638928"/>
            <a:ext cx="5117307" cy="3222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There is a template on Brightspace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This is what you would use: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 To list your tests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Record the results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Remember that failing a test is ok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It just tells you that you need to fix something 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Then test again.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Record the retest again.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D7B00316-8749-1675-3C36-883BA4FCEF81}"/>
              </a:ext>
            </a:extLst>
          </p:cNvPr>
          <p:cNvSpPr txBox="1"/>
          <p:nvPr/>
        </p:nvSpPr>
        <p:spPr>
          <a:xfrm>
            <a:off x="1596569" y="2293041"/>
            <a:ext cx="133369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Final Notes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EBA8912E-D3B4-54AB-4403-323E13771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93135DEF-66EF-47E9-0817-BEEADCAF4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9119354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B6152-C398-97DB-F1CF-F8E48A4DE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AC505E90-7C9A-E480-7333-2628F5071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Using the template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64193504-88DB-03A1-B87A-2B4C126566A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043E9462-3897-0455-8DA5-9EA04C95E36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BDB2BBA1-64B6-77BA-B60D-E701367BC28F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6D497577-C4CC-1FA7-CBDA-9D889E5D097A}"/>
              </a:ext>
            </a:extLst>
          </p:cNvPr>
          <p:cNvSpPr txBox="1"/>
          <p:nvPr/>
        </p:nvSpPr>
        <p:spPr>
          <a:xfrm>
            <a:off x="1596569" y="2638928"/>
            <a:ext cx="5117307" cy="3813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Test Case ID: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The Number for your test.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Note: each test should be on a separate tab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Note: you can have each test twice, for different browsers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lvl="2" indent="0"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Test Case Description: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The description of the test.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What are you trying to test / do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Testers name: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Who did the test (i.e. your name)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268B14FE-B89A-AA73-6618-7782EDCB2100}"/>
              </a:ext>
            </a:extLst>
          </p:cNvPr>
          <p:cNvSpPr txBox="1"/>
          <p:nvPr/>
        </p:nvSpPr>
        <p:spPr>
          <a:xfrm>
            <a:off x="1596569" y="2293041"/>
            <a:ext cx="275395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Filling out the template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985A6A82-B2AF-CB97-B33D-9E79EC81A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EA93A822-7150-292B-12A3-CDD12F373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2834527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820FA-CEAA-5356-D7CA-7B7406F4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63AC4923-A35E-41E0-CDA2-9A7DA36450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Using the template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7E2F48CC-FDDE-F250-999B-AE57607DA3B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012BAB36-C3E1-2ECB-4263-5648AAC9D2C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BAB2FC7B-8CAB-A2B0-8191-73607E67E39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ED79606D-C375-7678-B102-BB8F3075BC5C}"/>
              </a:ext>
            </a:extLst>
          </p:cNvPr>
          <p:cNvSpPr txBox="1"/>
          <p:nvPr/>
        </p:nvSpPr>
        <p:spPr>
          <a:xfrm>
            <a:off x="1596569" y="2638928"/>
            <a:ext cx="5117307" cy="20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Date Tested: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The date you conducted the test.</a:t>
            </a:r>
          </a:p>
          <a:p>
            <a:pPr lvl="2" indent="0"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lvl="2" indent="0"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Test Result: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Did the test pass? Fail? Not run?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Note: All steps need to pass for the test to pass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D030B88C-C4B2-42DB-3EFA-57C81C2073BC}"/>
              </a:ext>
            </a:extLst>
          </p:cNvPr>
          <p:cNvSpPr txBox="1"/>
          <p:nvPr/>
        </p:nvSpPr>
        <p:spPr>
          <a:xfrm>
            <a:off x="1596569" y="2293041"/>
            <a:ext cx="275395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Filling out the template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1BBE8727-6BBB-9BEA-E5B0-134162B2C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811B39BB-E670-6587-B5AC-EFB1D8D64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1473754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46D4A-C3E4-8D2E-3EBC-1CB20B34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>
            <a:extLst>
              <a:ext uri="{FF2B5EF4-FFF2-40B4-BE49-F238E27FC236}">
                <a16:creationId xmlns:a16="http://schemas.microsoft.com/office/drawing/2014/main" id="{3924E2F6-971E-FF77-0532-F1FBC870E3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6569" y="983726"/>
            <a:ext cx="5069272" cy="1028701"/>
          </a:xfrm>
          <a:prstGeom prst="rect">
            <a:avLst/>
          </a:prstGeom>
        </p:spPr>
        <p:txBody>
          <a:bodyPr/>
          <a:lstStyle>
            <a:lvl1pPr>
              <a:defRPr spc="-200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r>
              <a:rPr lang="en-AU" dirty="0"/>
              <a:t>Using the template</a:t>
            </a:r>
            <a:endParaRPr dirty="0"/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78DF89F7-AD83-E707-A788-98B4DFDF02C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79824" y="429797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E96C78F4-53B5-85F7-6A0D-56A3D69331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/>
              <a:t>JavaScript</a:t>
            </a:r>
            <a:endParaRPr dirty="0"/>
          </a:p>
        </p:txBody>
      </p:sp>
      <p:pic>
        <p:nvPicPr>
          <p:cNvPr id="158" name="Picture Placeholder 4" descr="Picture Placeholder 4">
            <a:extLst>
              <a:ext uri="{FF2B5EF4-FFF2-40B4-BE49-F238E27FC236}">
                <a16:creationId xmlns:a16="http://schemas.microsoft.com/office/drawing/2014/main" id="{806E193F-1D84-49A0-7EE8-7432E7C3BDBF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5127" r="25127"/>
          <a:stretch>
            <a:fillRect/>
          </a:stretch>
        </p:blipFill>
        <p:spPr>
          <a:xfrm>
            <a:off x="7074638" y="0"/>
            <a:ext cx="5117307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48" y="0"/>
                </a:moveTo>
                <a:lnTo>
                  <a:pt x="6317" y="149"/>
                </a:lnTo>
                <a:cubicBezTo>
                  <a:pt x="2436" y="2781"/>
                  <a:pt x="0" y="6578"/>
                  <a:pt x="0" y="10800"/>
                </a:cubicBezTo>
                <a:cubicBezTo>
                  <a:pt x="0" y="15022"/>
                  <a:pt x="2436" y="18819"/>
                  <a:pt x="6317" y="21451"/>
                </a:cubicBezTo>
                <a:lnTo>
                  <a:pt x="654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6548" y="0"/>
                </a:lnTo>
                <a:close/>
              </a:path>
            </a:pathLst>
          </a:custGeom>
        </p:spPr>
      </p:pic>
      <p:sp>
        <p:nvSpPr>
          <p:cNvPr id="159" name="TextBox 6">
            <a:extLst>
              <a:ext uri="{FF2B5EF4-FFF2-40B4-BE49-F238E27FC236}">
                <a16:creationId xmlns:a16="http://schemas.microsoft.com/office/drawing/2014/main" id="{28D3064E-0F90-9212-37C1-373E7F4263F6}"/>
              </a:ext>
            </a:extLst>
          </p:cNvPr>
          <p:cNvSpPr txBox="1"/>
          <p:nvPr/>
        </p:nvSpPr>
        <p:spPr>
          <a:xfrm>
            <a:off x="1596572" y="2053648"/>
            <a:ext cx="5117307" cy="49957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Step #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The step number</a:t>
            </a:r>
          </a:p>
          <a:p>
            <a:pPr lvl="2" indent="0"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 lvl="2" indent="0"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Step Detail: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The details of the step, what does this step do.</a:t>
            </a:r>
          </a:p>
          <a:p>
            <a:pPr marL="100263" lvl="2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i.e. open the browser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Expected Results: 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What you expect to happen with this step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Actual Results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Record what did happen when you ran this step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Pass / Fail / Not executed / Suspended</a:t>
            </a:r>
          </a:p>
          <a:p>
            <a:pPr marL="100263" indent="-100263">
              <a:lnSpc>
                <a:spcPct val="120000"/>
              </a:lnSpc>
              <a:buSzPct val="100000"/>
              <a:buFontTx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600" dirty="0"/>
              <a:t>Record if this step passed, failed, suspended or didn’t run</a:t>
            </a:r>
          </a:p>
          <a:p>
            <a:pPr>
              <a:lnSpc>
                <a:spcPct val="12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600" dirty="0"/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F7AD3D7F-22B0-A8EF-6A5A-1D995F057C29}"/>
              </a:ext>
            </a:extLst>
          </p:cNvPr>
          <p:cNvSpPr txBox="1"/>
          <p:nvPr/>
        </p:nvSpPr>
        <p:spPr>
          <a:xfrm>
            <a:off x="1596569" y="1744238"/>
            <a:ext cx="275395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accent1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r>
              <a:rPr lang="en-AU" sz="2000" dirty="0">
                <a:solidFill>
                  <a:srgbClr val="00B0F0"/>
                </a:solidFill>
              </a:rPr>
              <a:t>Filling out the template</a:t>
            </a:r>
            <a:endParaRPr sz="2000" dirty="0">
              <a:solidFill>
                <a:srgbClr val="00B0F0"/>
              </a:solidFill>
            </a:endParaRPr>
          </a:p>
        </p:txBody>
      </p:sp>
      <p:pic>
        <p:nvPicPr>
          <p:cNvPr id="161" name="js-cube.png" descr="js-cube.png">
            <a:extLst>
              <a:ext uri="{FF2B5EF4-FFF2-40B4-BE49-F238E27FC236}">
                <a16:creationId xmlns:a16="http://schemas.microsoft.com/office/drawing/2014/main" id="{6260A751-0B1D-16B2-C419-7D13AC3C6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48" y="1884593"/>
            <a:ext cx="2980720" cy="3840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57E6F40F-4FF1-8F57-0CDA-4D6D75912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254" y="5725054"/>
            <a:ext cx="1786912" cy="8340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8622869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Ravi Powerpoint Template">
  <a:themeElements>
    <a:clrScheme name="Ravi Powerpoint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DF62"/>
      </a:accent1>
      <a:accent2>
        <a:srgbClr val="FFC900"/>
      </a:accent2>
      <a:accent3>
        <a:srgbClr val="F77803"/>
      </a:accent3>
      <a:accent4>
        <a:srgbClr val="CE004E"/>
      </a:accent4>
      <a:accent5>
        <a:srgbClr val="4F003F"/>
      </a:accent5>
      <a:accent6>
        <a:srgbClr val="809600"/>
      </a:accent6>
      <a:hlink>
        <a:srgbClr val="0000FF"/>
      </a:hlink>
      <a:folHlink>
        <a:srgbClr val="FF00FF"/>
      </a:folHlink>
    </a:clrScheme>
    <a:fontScheme name="Ravi Powerpoint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avi Powerpoint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Ravi Powerpoint Template">
  <a:themeElements>
    <a:clrScheme name="Ravi Powerpoint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DF62"/>
      </a:accent1>
      <a:accent2>
        <a:srgbClr val="FFC900"/>
      </a:accent2>
      <a:accent3>
        <a:srgbClr val="F77803"/>
      </a:accent3>
      <a:accent4>
        <a:srgbClr val="CE004E"/>
      </a:accent4>
      <a:accent5>
        <a:srgbClr val="4F003F"/>
      </a:accent5>
      <a:accent6>
        <a:srgbClr val="809600"/>
      </a:accent6>
      <a:hlink>
        <a:srgbClr val="0000FF"/>
      </a:hlink>
      <a:folHlink>
        <a:srgbClr val="FF00FF"/>
      </a:folHlink>
    </a:clrScheme>
    <a:fontScheme name="Ravi Powerpoint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avi Powerpoint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734</Words>
  <Application>Microsoft Office PowerPoint</Application>
  <PresentationFormat>Widescreen</PresentationFormat>
  <Paragraphs>191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Helvetica</vt:lpstr>
      <vt:lpstr>Open Sans Regular</vt:lpstr>
      <vt:lpstr>Ravi Powerpoint Template</vt:lpstr>
      <vt:lpstr>Testing</vt:lpstr>
      <vt:lpstr>What  Will We  Learn?</vt:lpstr>
      <vt:lpstr>How complex is testing? </vt:lpstr>
      <vt:lpstr>Our Focus? </vt:lpstr>
      <vt:lpstr>Functionality Testing</vt:lpstr>
      <vt:lpstr>Functionality Testing</vt:lpstr>
      <vt:lpstr>Functionality Testing</vt:lpstr>
      <vt:lpstr>Functionality Testing</vt:lpstr>
      <vt:lpstr>Functionality Testing</vt:lpstr>
      <vt:lpstr>Accessibility Testing</vt:lpstr>
      <vt:lpstr>Accessibility Testing</vt:lpstr>
      <vt:lpstr>UI Testing</vt:lpstr>
      <vt:lpstr>UI Testing</vt:lpstr>
      <vt:lpstr>Testing</vt:lpstr>
      <vt:lpstr>Using the template</vt:lpstr>
      <vt:lpstr>Using the template</vt:lpstr>
      <vt:lpstr>Using the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Side Development </dc:title>
  <cp:lastModifiedBy>Amberle Seidl</cp:lastModifiedBy>
  <cp:revision>7</cp:revision>
  <dcterms:modified xsi:type="dcterms:W3CDTF">2025-03-27T23:07:31Z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a614bb-7b8e-4b4e-afa5-3fac8d0b6cac_Enabled">
    <vt:lpwstr>true</vt:lpwstr>
  </property>
  <property fmtid="{D5CDD505-2E9C-101B-9397-08002B2CF9AE}" pid="3" name="MSIP_Label_41a614bb-7b8e-4b4e-afa5-3fac8d0b6cac_SetDate">
    <vt:lpwstr>2025-03-20T23:22:06Z</vt:lpwstr>
  </property>
  <property fmtid="{D5CDD505-2E9C-101B-9397-08002B2CF9AE}" pid="4" name="MSIP_Label_41a614bb-7b8e-4b4e-afa5-3fac8d0b6cac_Method">
    <vt:lpwstr>Standard</vt:lpwstr>
  </property>
  <property fmtid="{D5CDD505-2E9C-101B-9397-08002B2CF9AE}" pid="5" name="MSIP_Label_41a614bb-7b8e-4b4e-afa5-3fac8d0b6cac_Name">
    <vt:lpwstr>OFFICIAL</vt:lpwstr>
  </property>
  <property fmtid="{D5CDD505-2E9C-101B-9397-08002B2CF9AE}" pid="6" name="MSIP_Label_41a614bb-7b8e-4b4e-afa5-3fac8d0b6cac_SiteId">
    <vt:lpwstr>435f6007-b395-4841-9bdb-dcba52302216</vt:lpwstr>
  </property>
  <property fmtid="{D5CDD505-2E9C-101B-9397-08002B2CF9AE}" pid="7" name="MSIP_Label_41a614bb-7b8e-4b4e-afa5-3fac8d0b6cac_ActionId">
    <vt:lpwstr>0e60e7ac-ca2b-46b4-b740-06921402b6e3</vt:lpwstr>
  </property>
  <property fmtid="{D5CDD505-2E9C-101B-9397-08002B2CF9AE}" pid="8" name="MSIP_Label_41a614bb-7b8e-4b4e-afa5-3fac8d0b6cac_ContentBits">
    <vt:lpwstr>2</vt:lpwstr>
  </property>
  <property fmtid="{D5CDD505-2E9C-101B-9397-08002B2CF9AE}" pid="9" name="MSIP_Label_41a614bb-7b8e-4b4e-afa5-3fac8d0b6cac_Tag">
    <vt:lpwstr>10, 3, 0, 1</vt:lpwstr>
  </property>
  <property fmtid="{D5CDD505-2E9C-101B-9397-08002B2CF9AE}" pid="10" name="ClassificationContentMarkingFooterLocations">
    <vt:lpwstr>Ravi Powerpoint Template:6</vt:lpwstr>
  </property>
  <property fmtid="{D5CDD505-2E9C-101B-9397-08002B2CF9AE}" pid="11" name="ClassificationContentMarkingFooterText">
    <vt:lpwstr>OFFICIAL</vt:lpwstr>
  </property>
</Properties>
</file>